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9EA1D8-7B81-9746-BF58-DFA4C026A5D5}" v="16" dt="2024-04-18T03:07:04.5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719"/>
  </p:normalViewPr>
  <p:slideViewPr>
    <p:cSldViewPr snapToGrid="0">
      <p:cViewPr varScale="1">
        <p:scale>
          <a:sx n="150" d="100"/>
          <a:sy n="150" d="100"/>
        </p:scale>
        <p:origin x="300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ata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ata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ata5.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rawing5.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5B5807-6F93-4AE8-95A7-0B54AEA518F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9BB243D-A868-4306-BB38-D3F3A4CF8C17}">
      <dgm:prSet/>
      <dgm:spPr/>
      <dgm:t>
        <a:bodyPr/>
        <a:lstStyle/>
        <a:p>
          <a:r>
            <a:rPr lang="en-US"/>
            <a:t>There are 7 Common methods to how a phone can be Compromised:</a:t>
          </a:r>
        </a:p>
      </dgm:t>
    </dgm:pt>
    <dgm:pt modelId="{E16BA546-AF80-4197-AD23-7047D5086AE4}" type="parTrans" cxnId="{8AAE1A4F-CB18-4E1E-834E-FEFB96F350FC}">
      <dgm:prSet/>
      <dgm:spPr/>
      <dgm:t>
        <a:bodyPr/>
        <a:lstStyle/>
        <a:p>
          <a:endParaRPr lang="en-US"/>
        </a:p>
      </dgm:t>
    </dgm:pt>
    <dgm:pt modelId="{FF259532-478F-454D-9F60-94B9C62E16B9}" type="sibTrans" cxnId="{8AAE1A4F-CB18-4E1E-834E-FEFB96F350FC}">
      <dgm:prSet/>
      <dgm:spPr/>
      <dgm:t>
        <a:bodyPr/>
        <a:lstStyle/>
        <a:p>
          <a:endParaRPr lang="en-US"/>
        </a:p>
      </dgm:t>
    </dgm:pt>
    <dgm:pt modelId="{56124D89-D2CC-49CE-B90E-289989C0E271}">
      <dgm:prSet/>
      <dgm:spPr/>
      <dgm:t>
        <a:bodyPr/>
        <a:lstStyle/>
        <a:p>
          <a:r>
            <a:rPr lang="en-US"/>
            <a:t>1. Social Engineering.</a:t>
          </a:r>
        </a:p>
      </dgm:t>
    </dgm:pt>
    <dgm:pt modelId="{0D043667-DE97-404A-A593-73DC3961A2E4}" type="parTrans" cxnId="{E19DF6EC-C4A1-4A5F-8B7B-CF92CCAAB718}">
      <dgm:prSet/>
      <dgm:spPr/>
      <dgm:t>
        <a:bodyPr/>
        <a:lstStyle/>
        <a:p>
          <a:endParaRPr lang="en-US"/>
        </a:p>
      </dgm:t>
    </dgm:pt>
    <dgm:pt modelId="{FECE496C-F505-4DB6-BE2E-73A602EA0E32}" type="sibTrans" cxnId="{E19DF6EC-C4A1-4A5F-8B7B-CF92CCAAB718}">
      <dgm:prSet/>
      <dgm:spPr/>
      <dgm:t>
        <a:bodyPr/>
        <a:lstStyle/>
        <a:p>
          <a:endParaRPr lang="en-US"/>
        </a:p>
      </dgm:t>
    </dgm:pt>
    <dgm:pt modelId="{63C7D55F-CCD5-4127-8E08-CB6DCDD43791}">
      <dgm:prSet/>
      <dgm:spPr/>
      <dgm:t>
        <a:bodyPr/>
        <a:lstStyle/>
        <a:p>
          <a:r>
            <a:rPr lang="en-US"/>
            <a:t>2. Malvertising</a:t>
          </a:r>
        </a:p>
      </dgm:t>
    </dgm:pt>
    <dgm:pt modelId="{99DDCC88-6DDF-4700-9FBF-D33EC31AE2B8}" type="parTrans" cxnId="{8CCAAD2C-3BA9-4937-83B5-648C80238839}">
      <dgm:prSet/>
      <dgm:spPr/>
      <dgm:t>
        <a:bodyPr/>
        <a:lstStyle/>
        <a:p>
          <a:endParaRPr lang="en-US"/>
        </a:p>
      </dgm:t>
    </dgm:pt>
    <dgm:pt modelId="{A9696BB9-55B2-4A64-9E13-ADD0487A15A2}" type="sibTrans" cxnId="{8CCAAD2C-3BA9-4937-83B5-648C80238839}">
      <dgm:prSet/>
      <dgm:spPr/>
      <dgm:t>
        <a:bodyPr/>
        <a:lstStyle/>
        <a:p>
          <a:endParaRPr lang="en-US"/>
        </a:p>
      </dgm:t>
    </dgm:pt>
    <dgm:pt modelId="{7EDAB3C0-E297-4D7E-A193-93CE31ACF0FF}">
      <dgm:prSet/>
      <dgm:spPr/>
      <dgm:t>
        <a:bodyPr/>
        <a:lstStyle/>
        <a:p>
          <a:r>
            <a:rPr lang="en-US"/>
            <a:t>3. Smishing</a:t>
          </a:r>
        </a:p>
      </dgm:t>
    </dgm:pt>
    <dgm:pt modelId="{6164C042-5288-44C9-922D-E9A9004EDDD0}" type="parTrans" cxnId="{485A9E16-F8FF-4901-82E2-46C8B6130AD2}">
      <dgm:prSet/>
      <dgm:spPr/>
      <dgm:t>
        <a:bodyPr/>
        <a:lstStyle/>
        <a:p>
          <a:endParaRPr lang="en-US"/>
        </a:p>
      </dgm:t>
    </dgm:pt>
    <dgm:pt modelId="{C8283241-83FB-44EA-9F2B-31CA8A9FEEE3}" type="sibTrans" cxnId="{485A9E16-F8FF-4901-82E2-46C8B6130AD2}">
      <dgm:prSet/>
      <dgm:spPr/>
      <dgm:t>
        <a:bodyPr/>
        <a:lstStyle/>
        <a:p>
          <a:endParaRPr lang="en-US"/>
        </a:p>
      </dgm:t>
    </dgm:pt>
    <dgm:pt modelId="{996F9030-C704-4DA5-AC10-D52C46130573}">
      <dgm:prSet/>
      <dgm:spPr/>
      <dgm:t>
        <a:bodyPr/>
        <a:lstStyle/>
        <a:p>
          <a:r>
            <a:rPr lang="en-US"/>
            <a:t>4. Malware</a:t>
          </a:r>
        </a:p>
      </dgm:t>
    </dgm:pt>
    <dgm:pt modelId="{819C59A1-073E-4CB8-ABFD-0FF8EB60851C}" type="parTrans" cxnId="{7B1FCC6A-7787-4620-AFCE-3446CCCFD745}">
      <dgm:prSet/>
      <dgm:spPr/>
      <dgm:t>
        <a:bodyPr/>
        <a:lstStyle/>
        <a:p>
          <a:endParaRPr lang="en-US"/>
        </a:p>
      </dgm:t>
    </dgm:pt>
    <dgm:pt modelId="{A1A43903-32C2-418A-AB31-FAC5E4DBD53C}" type="sibTrans" cxnId="{7B1FCC6A-7787-4620-AFCE-3446CCCFD745}">
      <dgm:prSet/>
      <dgm:spPr/>
      <dgm:t>
        <a:bodyPr/>
        <a:lstStyle/>
        <a:p>
          <a:endParaRPr lang="en-US"/>
        </a:p>
      </dgm:t>
    </dgm:pt>
    <dgm:pt modelId="{AD314DDB-A735-4CD0-8891-4C755035007D}">
      <dgm:prSet/>
      <dgm:spPr/>
      <dgm:t>
        <a:bodyPr/>
        <a:lstStyle/>
        <a:p>
          <a:r>
            <a:rPr lang="en-US"/>
            <a:t>5. Pretexting	</a:t>
          </a:r>
        </a:p>
      </dgm:t>
    </dgm:pt>
    <dgm:pt modelId="{E232D811-687D-4B94-8A7A-95F03DDF2023}" type="parTrans" cxnId="{07A1A16A-FA6B-4266-A6BB-B705178E99D1}">
      <dgm:prSet/>
      <dgm:spPr/>
      <dgm:t>
        <a:bodyPr/>
        <a:lstStyle/>
        <a:p>
          <a:endParaRPr lang="en-US"/>
        </a:p>
      </dgm:t>
    </dgm:pt>
    <dgm:pt modelId="{D2056749-3502-4D9B-B71B-49E8EA1DDC07}" type="sibTrans" cxnId="{07A1A16A-FA6B-4266-A6BB-B705178E99D1}">
      <dgm:prSet/>
      <dgm:spPr/>
      <dgm:t>
        <a:bodyPr/>
        <a:lstStyle/>
        <a:p>
          <a:endParaRPr lang="en-US"/>
        </a:p>
      </dgm:t>
    </dgm:pt>
    <dgm:pt modelId="{5BC499FB-3AD0-40FD-8242-363E4C8CAA13}">
      <dgm:prSet/>
      <dgm:spPr/>
      <dgm:t>
        <a:bodyPr/>
        <a:lstStyle/>
        <a:p>
          <a:r>
            <a:rPr lang="en-US"/>
            <a:t>6. Breaking in via Bluetooth</a:t>
          </a:r>
        </a:p>
      </dgm:t>
    </dgm:pt>
    <dgm:pt modelId="{C9EFE689-D8A8-4AAC-A17F-656CFF549B8A}" type="parTrans" cxnId="{96060FAE-5B6C-4450-BEE4-9C9B304DA548}">
      <dgm:prSet/>
      <dgm:spPr/>
      <dgm:t>
        <a:bodyPr/>
        <a:lstStyle/>
        <a:p>
          <a:endParaRPr lang="en-US"/>
        </a:p>
      </dgm:t>
    </dgm:pt>
    <dgm:pt modelId="{20B650AA-9F9D-433E-805A-DB56F3813F46}" type="sibTrans" cxnId="{96060FAE-5B6C-4450-BEE4-9C9B304DA548}">
      <dgm:prSet/>
      <dgm:spPr/>
      <dgm:t>
        <a:bodyPr/>
        <a:lstStyle/>
        <a:p>
          <a:endParaRPr lang="en-US"/>
        </a:p>
      </dgm:t>
    </dgm:pt>
    <dgm:pt modelId="{60D5AADC-0EC5-42E3-BEDD-ADEC143C5364}">
      <dgm:prSet/>
      <dgm:spPr/>
      <dgm:t>
        <a:bodyPr/>
        <a:lstStyle/>
        <a:p>
          <a:r>
            <a:rPr lang="en-US"/>
            <a:t>7. Man in the middle WIFI attacks</a:t>
          </a:r>
        </a:p>
      </dgm:t>
    </dgm:pt>
    <dgm:pt modelId="{E4C78A05-C23F-4C58-BFED-C411E4D2A99F}" type="parTrans" cxnId="{B2BFC983-0EE4-477E-9C6C-192EB42E4A5F}">
      <dgm:prSet/>
      <dgm:spPr/>
      <dgm:t>
        <a:bodyPr/>
        <a:lstStyle/>
        <a:p>
          <a:endParaRPr lang="en-US"/>
        </a:p>
      </dgm:t>
    </dgm:pt>
    <dgm:pt modelId="{2F0D2AC9-FD8D-410E-B110-87436C7D4D7D}" type="sibTrans" cxnId="{B2BFC983-0EE4-477E-9C6C-192EB42E4A5F}">
      <dgm:prSet/>
      <dgm:spPr/>
      <dgm:t>
        <a:bodyPr/>
        <a:lstStyle/>
        <a:p>
          <a:endParaRPr lang="en-US"/>
        </a:p>
      </dgm:t>
    </dgm:pt>
    <dgm:pt modelId="{C48143AD-A32A-431C-BD35-5A13D45E5088}">
      <dgm:prSet/>
      <dgm:spPr/>
      <dgm:t>
        <a:bodyPr/>
        <a:lstStyle/>
        <a:p>
          <a:r>
            <a:rPr lang="en-US" dirty="0"/>
            <a:t>Mobile security often beats PCs, but users can still be fooled and smartphones can still be hacked (</a:t>
          </a:r>
          <a:r>
            <a:rPr lang="en-US" dirty="0" err="1"/>
            <a:t>Fruhlinger</a:t>
          </a:r>
          <a:r>
            <a:rPr lang="en-US" dirty="0"/>
            <a:t>, 2021). </a:t>
          </a:r>
        </a:p>
      </dgm:t>
    </dgm:pt>
    <dgm:pt modelId="{B1E011B9-3221-4920-B982-7461EA58C5B2}" type="parTrans" cxnId="{EF94F4F8-5FBE-46BD-BBB7-8365035EF758}">
      <dgm:prSet/>
      <dgm:spPr/>
      <dgm:t>
        <a:bodyPr/>
        <a:lstStyle/>
        <a:p>
          <a:endParaRPr lang="en-US"/>
        </a:p>
      </dgm:t>
    </dgm:pt>
    <dgm:pt modelId="{F197B61B-EECC-4464-A455-D9D025F6AB5C}" type="sibTrans" cxnId="{EF94F4F8-5FBE-46BD-BBB7-8365035EF758}">
      <dgm:prSet/>
      <dgm:spPr/>
      <dgm:t>
        <a:bodyPr/>
        <a:lstStyle/>
        <a:p>
          <a:endParaRPr lang="en-US"/>
        </a:p>
      </dgm:t>
    </dgm:pt>
    <dgm:pt modelId="{E2556374-D63D-41A0-8EBE-AAD3C12529BB}">
      <dgm:prSet/>
      <dgm:spPr/>
      <dgm:t>
        <a:bodyPr/>
        <a:lstStyle/>
        <a:p>
          <a:r>
            <a:rPr lang="en-US"/>
            <a:t>Even though cell phones are made to be more secure, they are not fully immune. It can happen anytime. </a:t>
          </a:r>
        </a:p>
      </dgm:t>
    </dgm:pt>
    <dgm:pt modelId="{37F5F834-BD91-4738-8939-973490EF8E07}" type="parTrans" cxnId="{CD9D0E06-ABE0-43D7-B705-03611C26EE7C}">
      <dgm:prSet/>
      <dgm:spPr/>
      <dgm:t>
        <a:bodyPr/>
        <a:lstStyle/>
        <a:p>
          <a:endParaRPr lang="en-US"/>
        </a:p>
      </dgm:t>
    </dgm:pt>
    <dgm:pt modelId="{BF8DB78C-5CDD-4E6D-BBAD-FA0FE5F4823F}" type="sibTrans" cxnId="{CD9D0E06-ABE0-43D7-B705-03611C26EE7C}">
      <dgm:prSet/>
      <dgm:spPr/>
      <dgm:t>
        <a:bodyPr/>
        <a:lstStyle/>
        <a:p>
          <a:endParaRPr lang="en-US"/>
        </a:p>
      </dgm:t>
    </dgm:pt>
    <dgm:pt modelId="{25A35F7F-F631-45ED-88B9-6229E3E98B3C}" type="pres">
      <dgm:prSet presAssocID="{225B5807-6F93-4AE8-95A7-0B54AEA518F8}" presName="root" presStyleCnt="0">
        <dgm:presLayoutVars>
          <dgm:dir/>
          <dgm:resizeHandles val="exact"/>
        </dgm:presLayoutVars>
      </dgm:prSet>
      <dgm:spPr/>
    </dgm:pt>
    <dgm:pt modelId="{D7E428CB-D2B8-42C0-9357-66E16657CA3A}" type="pres">
      <dgm:prSet presAssocID="{09BB243D-A868-4306-BB38-D3F3A4CF8C17}" presName="compNode" presStyleCnt="0"/>
      <dgm:spPr/>
    </dgm:pt>
    <dgm:pt modelId="{F3650671-892A-4378-9605-8C6319961CE7}" type="pres">
      <dgm:prSet presAssocID="{09BB243D-A868-4306-BB38-D3F3A4CF8C17}" presName="bgRect" presStyleLbl="bgShp" presStyleIdx="0" presStyleCnt="3"/>
      <dgm:spPr/>
    </dgm:pt>
    <dgm:pt modelId="{E29566DC-4F8E-4C24-B7A7-92068D4F4382}" type="pres">
      <dgm:prSet presAssocID="{09BB243D-A868-4306-BB38-D3F3A4CF8C1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8DE30107-5A95-4F39-B0B8-A72289334EA2}" type="pres">
      <dgm:prSet presAssocID="{09BB243D-A868-4306-BB38-D3F3A4CF8C17}" presName="spaceRect" presStyleCnt="0"/>
      <dgm:spPr/>
    </dgm:pt>
    <dgm:pt modelId="{4C86A4EB-ACFB-4135-B059-38BFE1FAAAA0}" type="pres">
      <dgm:prSet presAssocID="{09BB243D-A868-4306-BB38-D3F3A4CF8C17}" presName="parTx" presStyleLbl="revTx" presStyleIdx="0" presStyleCnt="4">
        <dgm:presLayoutVars>
          <dgm:chMax val="0"/>
          <dgm:chPref val="0"/>
        </dgm:presLayoutVars>
      </dgm:prSet>
      <dgm:spPr/>
    </dgm:pt>
    <dgm:pt modelId="{37D4673F-2A5D-477C-A0D5-327C3B85239A}" type="pres">
      <dgm:prSet presAssocID="{09BB243D-A868-4306-BB38-D3F3A4CF8C17}" presName="desTx" presStyleLbl="revTx" presStyleIdx="1" presStyleCnt="4">
        <dgm:presLayoutVars/>
      </dgm:prSet>
      <dgm:spPr/>
    </dgm:pt>
    <dgm:pt modelId="{2CACB4D6-36FB-47AE-8049-196F3D80BCE7}" type="pres">
      <dgm:prSet presAssocID="{FF259532-478F-454D-9F60-94B9C62E16B9}" presName="sibTrans" presStyleCnt="0"/>
      <dgm:spPr/>
    </dgm:pt>
    <dgm:pt modelId="{145EB803-742A-4F6B-A08C-6733C2F978E9}" type="pres">
      <dgm:prSet presAssocID="{C48143AD-A32A-431C-BD35-5A13D45E5088}" presName="compNode" presStyleCnt="0"/>
      <dgm:spPr/>
    </dgm:pt>
    <dgm:pt modelId="{8D4C262E-ACF4-4618-B416-D7188407927B}" type="pres">
      <dgm:prSet presAssocID="{C48143AD-A32A-431C-BD35-5A13D45E5088}" presName="bgRect" presStyleLbl="bgShp" presStyleIdx="1" presStyleCnt="3"/>
      <dgm:spPr/>
    </dgm:pt>
    <dgm:pt modelId="{2CC09B61-C2A5-4AAC-8793-FEB929DD4B34}" type="pres">
      <dgm:prSet presAssocID="{C48143AD-A32A-431C-BD35-5A13D45E508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9FD7E81C-ACF9-448A-925B-F01FFE0EB6CC}" type="pres">
      <dgm:prSet presAssocID="{C48143AD-A32A-431C-BD35-5A13D45E5088}" presName="spaceRect" presStyleCnt="0"/>
      <dgm:spPr/>
    </dgm:pt>
    <dgm:pt modelId="{4E342BA7-B167-40F0-B8D7-CFDA5905F032}" type="pres">
      <dgm:prSet presAssocID="{C48143AD-A32A-431C-BD35-5A13D45E5088}" presName="parTx" presStyleLbl="revTx" presStyleIdx="2" presStyleCnt="4">
        <dgm:presLayoutVars>
          <dgm:chMax val="0"/>
          <dgm:chPref val="0"/>
        </dgm:presLayoutVars>
      </dgm:prSet>
      <dgm:spPr/>
    </dgm:pt>
    <dgm:pt modelId="{BBF4A058-3FAE-4C78-93CA-935B44DD0025}" type="pres">
      <dgm:prSet presAssocID="{F197B61B-EECC-4464-A455-D9D025F6AB5C}" presName="sibTrans" presStyleCnt="0"/>
      <dgm:spPr/>
    </dgm:pt>
    <dgm:pt modelId="{D942C123-CA83-4EE0-8D92-E75AD8EE45CC}" type="pres">
      <dgm:prSet presAssocID="{E2556374-D63D-41A0-8EBE-AAD3C12529BB}" presName="compNode" presStyleCnt="0"/>
      <dgm:spPr/>
    </dgm:pt>
    <dgm:pt modelId="{C8BEFEC6-B8C1-447B-A454-612011600D73}" type="pres">
      <dgm:prSet presAssocID="{E2556374-D63D-41A0-8EBE-AAD3C12529BB}" presName="bgRect" presStyleLbl="bgShp" presStyleIdx="2" presStyleCnt="3"/>
      <dgm:spPr/>
    </dgm:pt>
    <dgm:pt modelId="{8FDD5F77-6CC9-4F72-BFE3-B556B365CADB}" type="pres">
      <dgm:prSet presAssocID="{E2556374-D63D-41A0-8EBE-AAD3C12529B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mart Phone"/>
        </a:ext>
      </dgm:extLst>
    </dgm:pt>
    <dgm:pt modelId="{E93D2342-6A20-443E-BC17-7A0C51C9A673}" type="pres">
      <dgm:prSet presAssocID="{E2556374-D63D-41A0-8EBE-AAD3C12529BB}" presName="spaceRect" presStyleCnt="0"/>
      <dgm:spPr/>
    </dgm:pt>
    <dgm:pt modelId="{E2BADC5A-F308-46BF-8140-695D8119BC61}" type="pres">
      <dgm:prSet presAssocID="{E2556374-D63D-41A0-8EBE-AAD3C12529BB}" presName="parTx" presStyleLbl="revTx" presStyleIdx="3" presStyleCnt="4">
        <dgm:presLayoutVars>
          <dgm:chMax val="0"/>
          <dgm:chPref val="0"/>
        </dgm:presLayoutVars>
      </dgm:prSet>
      <dgm:spPr/>
    </dgm:pt>
  </dgm:ptLst>
  <dgm:cxnLst>
    <dgm:cxn modelId="{CD9D0E06-ABE0-43D7-B705-03611C26EE7C}" srcId="{225B5807-6F93-4AE8-95A7-0B54AEA518F8}" destId="{E2556374-D63D-41A0-8EBE-AAD3C12529BB}" srcOrd="2" destOrd="0" parTransId="{37F5F834-BD91-4738-8939-973490EF8E07}" sibTransId="{BF8DB78C-5CDD-4E6D-BBAD-FA0FE5F4823F}"/>
    <dgm:cxn modelId="{485A9E16-F8FF-4901-82E2-46C8B6130AD2}" srcId="{09BB243D-A868-4306-BB38-D3F3A4CF8C17}" destId="{7EDAB3C0-E297-4D7E-A193-93CE31ACF0FF}" srcOrd="2" destOrd="0" parTransId="{6164C042-5288-44C9-922D-E9A9004EDDD0}" sibTransId="{C8283241-83FB-44EA-9F2B-31CA8A9FEEE3}"/>
    <dgm:cxn modelId="{8CCAAD2C-3BA9-4937-83B5-648C80238839}" srcId="{09BB243D-A868-4306-BB38-D3F3A4CF8C17}" destId="{63C7D55F-CCD5-4127-8E08-CB6DCDD43791}" srcOrd="1" destOrd="0" parTransId="{99DDCC88-6DDF-4700-9FBF-D33EC31AE2B8}" sibTransId="{A9696BB9-55B2-4A64-9E13-ADD0487A15A2}"/>
    <dgm:cxn modelId="{5B324331-860B-4669-B448-6607B77169EC}" type="presOf" srcId="{56124D89-D2CC-49CE-B90E-289989C0E271}" destId="{37D4673F-2A5D-477C-A0D5-327C3B85239A}" srcOrd="0" destOrd="0" presId="urn:microsoft.com/office/officeart/2018/2/layout/IconVerticalSolidList"/>
    <dgm:cxn modelId="{61529336-F5EA-495A-8F50-5833C6E612B3}" type="presOf" srcId="{60D5AADC-0EC5-42E3-BEDD-ADEC143C5364}" destId="{37D4673F-2A5D-477C-A0D5-327C3B85239A}" srcOrd="0" destOrd="6" presId="urn:microsoft.com/office/officeart/2018/2/layout/IconVerticalSolidList"/>
    <dgm:cxn modelId="{C32D4D3A-81BE-4D53-A3BE-DC188C98A0B0}" type="presOf" srcId="{C48143AD-A32A-431C-BD35-5A13D45E5088}" destId="{4E342BA7-B167-40F0-B8D7-CFDA5905F032}" srcOrd="0" destOrd="0" presId="urn:microsoft.com/office/officeart/2018/2/layout/IconVerticalSolidList"/>
    <dgm:cxn modelId="{E762F163-5B61-4D81-91F5-6ED3630E6F5F}" type="presOf" srcId="{996F9030-C704-4DA5-AC10-D52C46130573}" destId="{37D4673F-2A5D-477C-A0D5-327C3B85239A}" srcOrd="0" destOrd="3" presId="urn:microsoft.com/office/officeart/2018/2/layout/IconVerticalSolidList"/>
    <dgm:cxn modelId="{51BADD65-B12F-43B3-ADEB-1ED6E6B9850D}" type="presOf" srcId="{E2556374-D63D-41A0-8EBE-AAD3C12529BB}" destId="{E2BADC5A-F308-46BF-8140-695D8119BC61}" srcOrd="0" destOrd="0" presId="urn:microsoft.com/office/officeart/2018/2/layout/IconVerticalSolidList"/>
    <dgm:cxn modelId="{07A1A16A-FA6B-4266-A6BB-B705178E99D1}" srcId="{09BB243D-A868-4306-BB38-D3F3A4CF8C17}" destId="{AD314DDB-A735-4CD0-8891-4C755035007D}" srcOrd="4" destOrd="0" parTransId="{E232D811-687D-4B94-8A7A-95F03DDF2023}" sibTransId="{D2056749-3502-4D9B-B71B-49E8EA1DDC07}"/>
    <dgm:cxn modelId="{7B1FCC6A-7787-4620-AFCE-3446CCCFD745}" srcId="{09BB243D-A868-4306-BB38-D3F3A4CF8C17}" destId="{996F9030-C704-4DA5-AC10-D52C46130573}" srcOrd="3" destOrd="0" parTransId="{819C59A1-073E-4CB8-ABFD-0FF8EB60851C}" sibTransId="{A1A43903-32C2-418A-AB31-FAC5E4DBD53C}"/>
    <dgm:cxn modelId="{01DCDA4D-902A-429D-85B6-930BDD2A283C}" type="presOf" srcId="{225B5807-6F93-4AE8-95A7-0B54AEA518F8}" destId="{25A35F7F-F631-45ED-88B9-6229E3E98B3C}" srcOrd="0" destOrd="0" presId="urn:microsoft.com/office/officeart/2018/2/layout/IconVerticalSolidList"/>
    <dgm:cxn modelId="{8AAE1A4F-CB18-4E1E-834E-FEFB96F350FC}" srcId="{225B5807-6F93-4AE8-95A7-0B54AEA518F8}" destId="{09BB243D-A868-4306-BB38-D3F3A4CF8C17}" srcOrd="0" destOrd="0" parTransId="{E16BA546-AF80-4197-AD23-7047D5086AE4}" sibTransId="{FF259532-478F-454D-9F60-94B9C62E16B9}"/>
    <dgm:cxn modelId="{B2BFC983-0EE4-477E-9C6C-192EB42E4A5F}" srcId="{09BB243D-A868-4306-BB38-D3F3A4CF8C17}" destId="{60D5AADC-0EC5-42E3-BEDD-ADEC143C5364}" srcOrd="6" destOrd="0" parTransId="{E4C78A05-C23F-4C58-BFED-C411E4D2A99F}" sibTransId="{2F0D2AC9-FD8D-410E-B110-87436C7D4D7D}"/>
    <dgm:cxn modelId="{73176586-FA6A-4A68-AFE4-6645375F7663}" type="presOf" srcId="{5BC499FB-3AD0-40FD-8242-363E4C8CAA13}" destId="{37D4673F-2A5D-477C-A0D5-327C3B85239A}" srcOrd="0" destOrd="5" presId="urn:microsoft.com/office/officeart/2018/2/layout/IconVerticalSolidList"/>
    <dgm:cxn modelId="{138F6F8D-1383-42C8-A925-F7CFCDCBEDDC}" type="presOf" srcId="{63C7D55F-CCD5-4127-8E08-CB6DCDD43791}" destId="{37D4673F-2A5D-477C-A0D5-327C3B85239A}" srcOrd="0" destOrd="1" presId="urn:microsoft.com/office/officeart/2018/2/layout/IconVerticalSolidList"/>
    <dgm:cxn modelId="{5EC6F79B-F8AF-4070-8B68-4F1D63AD19DC}" type="presOf" srcId="{09BB243D-A868-4306-BB38-D3F3A4CF8C17}" destId="{4C86A4EB-ACFB-4135-B059-38BFE1FAAAA0}" srcOrd="0" destOrd="0" presId="urn:microsoft.com/office/officeart/2018/2/layout/IconVerticalSolidList"/>
    <dgm:cxn modelId="{96060FAE-5B6C-4450-BEE4-9C9B304DA548}" srcId="{09BB243D-A868-4306-BB38-D3F3A4CF8C17}" destId="{5BC499FB-3AD0-40FD-8242-363E4C8CAA13}" srcOrd="5" destOrd="0" parTransId="{C9EFE689-D8A8-4AAC-A17F-656CFF549B8A}" sibTransId="{20B650AA-9F9D-433E-805A-DB56F3813F46}"/>
    <dgm:cxn modelId="{887AD8B1-046B-4F35-B974-97B8E4613490}" type="presOf" srcId="{7EDAB3C0-E297-4D7E-A193-93CE31ACF0FF}" destId="{37D4673F-2A5D-477C-A0D5-327C3B85239A}" srcOrd="0" destOrd="2" presId="urn:microsoft.com/office/officeart/2018/2/layout/IconVerticalSolidList"/>
    <dgm:cxn modelId="{07BFCFE7-6293-48B9-9970-3A2D7DE1E4E5}" type="presOf" srcId="{AD314DDB-A735-4CD0-8891-4C755035007D}" destId="{37D4673F-2A5D-477C-A0D5-327C3B85239A}" srcOrd="0" destOrd="4" presId="urn:microsoft.com/office/officeart/2018/2/layout/IconVerticalSolidList"/>
    <dgm:cxn modelId="{E19DF6EC-C4A1-4A5F-8B7B-CF92CCAAB718}" srcId="{09BB243D-A868-4306-BB38-D3F3A4CF8C17}" destId="{56124D89-D2CC-49CE-B90E-289989C0E271}" srcOrd="0" destOrd="0" parTransId="{0D043667-DE97-404A-A593-73DC3961A2E4}" sibTransId="{FECE496C-F505-4DB6-BE2E-73A602EA0E32}"/>
    <dgm:cxn modelId="{EF94F4F8-5FBE-46BD-BBB7-8365035EF758}" srcId="{225B5807-6F93-4AE8-95A7-0B54AEA518F8}" destId="{C48143AD-A32A-431C-BD35-5A13D45E5088}" srcOrd="1" destOrd="0" parTransId="{B1E011B9-3221-4920-B982-7461EA58C5B2}" sibTransId="{F197B61B-EECC-4464-A455-D9D025F6AB5C}"/>
    <dgm:cxn modelId="{76EC3075-0CAC-4339-8B39-ABE9840A6047}" type="presParOf" srcId="{25A35F7F-F631-45ED-88B9-6229E3E98B3C}" destId="{D7E428CB-D2B8-42C0-9357-66E16657CA3A}" srcOrd="0" destOrd="0" presId="urn:microsoft.com/office/officeart/2018/2/layout/IconVerticalSolidList"/>
    <dgm:cxn modelId="{F3983F35-6CFA-4E45-A3F0-C653EB86DDD9}" type="presParOf" srcId="{D7E428CB-D2B8-42C0-9357-66E16657CA3A}" destId="{F3650671-892A-4378-9605-8C6319961CE7}" srcOrd="0" destOrd="0" presId="urn:microsoft.com/office/officeart/2018/2/layout/IconVerticalSolidList"/>
    <dgm:cxn modelId="{35843AB8-9F0D-40B7-8C56-975DC6532BE0}" type="presParOf" srcId="{D7E428CB-D2B8-42C0-9357-66E16657CA3A}" destId="{E29566DC-4F8E-4C24-B7A7-92068D4F4382}" srcOrd="1" destOrd="0" presId="urn:microsoft.com/office/officeart/2018/2/layout/IconVerticalSolidList"/>
    <dgm:cxn modelId="{79EA7B54-F9B7-40A1-A571-9D2CBC62B554}" type="presParOf" srcId="{D7E428CB-D2B8-42C0-9357-66E16657CA3A}" destId="{8DE30107-5A95-4F39-B0B8-A72289334EA2}" srcOrd="2" destOrd="0" presId="urn:microsoft.com/office/officeart/2018/2/layout/IconVerticalSolidList"/>
    <dgm:cxn modelId="{5ADCCA68-DE2E-4489-B38E-A9FE9496ACD6}" type="presParOf" srcId="{D7E428CB-D2B8-42C0-9357-66E16657CA3A}" destId="{4C86A4EB-ACFB-4135-B059-38BFE1FAAAA0}" srcOrd="3" destOrd="0" presId="urn:microsoft.com/office/officeart/2018/2/layout/IconVerticalSolidList"/>
    <dgm:cxn modelId="{48088CDE-DF20-4A6A-B3A4-09D792F9FA16}" type="presParOf" srcId="{D7E428CB-D2B8-42C0-9357-66E16657CA3A}" destId="{37D4673F-2A5D-477C-A0D5-327C3B85239A}" srcOrd="4" destOrd="0" presId="urn:microsoft.com/office/officeart/2018/2/layout/IconVerticalSolidList"/>
    <dgm:cxn modelId="{EB697CE0-8A9F-42BE-96DB-51625120B3DA}" type="presParOf" srcId="{25A35F7F-F631-45ED-88B9-6229E3E98B3C}" destId="{2CACB4D6-36FB-47AE-8049-196F3D80BCE7}" srcOrd="1" destOrd="0" presId="urn:microsoft.com/office/officeart/2018/2/layout/IconVerticalSolidList"/>
    <dgm:cxn modelId="{11DB239F-1861-4A00-9EB3-9C87DAB3DCA4}" type="presParOf" srcId="{25A35F7F-F631-45ED-88B9-6229E3E98B3C}" destId="{145EB803-742A-4F6B-A08C-6733C2F978E9}" srcOrd="2" destOrd="0" presId="urn:microsoft.com/office/officeart/2018/2/layout/IconVerticalSolidList"/>
    <dgm:cxn modelId="{F305C104-EE75-4E69-843B-98A67A94AE68}" type="presParOf" srcId="{145EB803-742A-4F6B-A08C-6733C2F978E9}" destId="{8D4C262E-ACF4-4618-B416-D7188407927B}" srcOrd="0" destOrd="0" presId="urn:microsoft.com/office/officeart/2018/2/layout/IconVerticalSolidList"/>
    <dgm:cxn modelId="{C7050A53-FB36-44B1-BDA4-FE1A933BF1C1}" type="presParOf" srcId="{145EB803-742A-4F6B-A08C-6733C2F978E9}" destId="{2CC09B61-C2A5-4AAC-8793-FEB929DD4B34}" srcOrd="1" destOrd="0" presId="urn:microsoft.com/office/officeart/2018/2/layout/IconVerticalSolidList"/>
    <dgm:cxn modelId="{E5B94178-BFBD-4888-9CF5-D9AD66F551BD}" type="presParOf" srcId="{145EB803-742A-4F6B-A08C-6733C2F978E9}" destId="{9FD7E81C-ACF9-448A-925B-F01FFE0EB6CC}" srcOrd="2" destOrd="0" presId="urn:microsoft.com/office/officeart/2018/2/layout/IconVerticalSolidList"/>
    <dgm:cxn modelId="{599C8972-C743-4776-8A66-979FAB5312E9}" type="presParOf" srcId="{145EB803-742A-4F6B-A08C-6733C2F978E9}" destId="{4E342BA7-B167-40F0-B8D7-CFDA5905F032}" srcOrd="3" destOrd="0" presId="urn:microsoft.com/office/officeart/2018/2/layout/IconVerticalSolidList"/>
    <dgm:cxn modelId="{CDCFB4A1-D264-449D-B489-5C6BD8AC695F}" type="presParOf" srcId="{25A35F7F-F631-45ED-88B9-6229E3E98B3C}" destId="{BBF4A058-3FAE-4C78-93CA-935B44DD0025}" srcOrd="3" destOrd="0" presId="urn:microsoft.com/office/officeart/2018/2/layout/IconVerticalSolidList"/>
    <dgm:cxn modelId="{94D24E6C-8D99-4E98-80CD-6DADA790DB3A}" type="presParOf" srcId="{25A35F7F-F631-45ED-88B9-6229E3E98B3C}" destId="{D942C123-CA83-4EE0-8D92-E75AD8EE45CC}" srcOrd="4" destOrd="0" presId="urn:microsoft.com/office/officeart/2018/2/layout/IconVerticalSolidList"/>
    <dgm:cxn modelId="{9A8A73CE-CB8E-44D2-8CB8-B3687289C14D}" type="presParOf" srcId="{D942C123-CA83-4EE0-8D92-E75AD8EE45CC}" destId="{C8BEFEC6-B8C1-447B-A454-612011600D73}" srcOrd="0" destOrd="0" presId="urn:microsoft.com/office/officeart/2018/2/layout/IconVerticalSolidList"/>
    <dgm:cxn modelId="{CACACC86-763F-4E2C-9788-EBB5BD1A521F}" type="presParOf" srcId="{D942C123-CA83-4EE0-8D92-E75AD8EE45CC}" destId="{8FDD5F77-6CC9-4F72-BFE3-B556B365CADB}" srcOrd="1" destOrd="0" presId="urn:microsoft.com/office/officeart/2018/2/layout/IconVerticalSolidList"/>
    <dgm:cxn modelId="{3E9212C6-D46F-4604-B29C-23E7F53D87FE}" type="presParOf" srcId="{D942C123-CA83-4EE0-8D92-E75AD8EE45CC}" destId="{E93D2342-6A20-443E-BC17-7A0C51C9A673}" srcOrd="2" destOrd="0" presId="urn:microsoft.com/office/officeart/2018/2/layout/IconVerticalSolidList"/>
    <dgm:cxn modelId="{7C381FF7-BF82-4CAA-8EF6-3E271F58551A}" type="presParOf" srcId="{D942C123-CA83-4EE0-8D92-E75AD8EE45CC}" destId="{E2BADC5A-F308-46BF-8140-695D8119BC6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FFA11C-D2D4-41F7-ACBC-80F5BADA845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32CB99B-EDB1-4C34-83D9-0D1DFD9A7259}">
      <dgm:prSet/>
      <dgm:spPr/>
      <dgm:t>
        <a:bodyPr/>
        <a:lstStyle/>
        <a:p>
          <a:pPr>
            <a:lnSpc>
              <a:spcPct val="100000"/>
            </a:lnSpc>
          </a:pPr>
          <a:r>
            <a:rPr lang="en-US"/>
            <a:t>(From my research, these seem to be the easiest to fall for and to be hacked.) Smishing attacks are very common, but very easy to fall for. These are text messages that contain a link that may look very legitimate. This can lead to sensitive information being stolen from the victim. </a:t>
          </a:r>
        </a:p>
      </dgm:t>
    </dgm:pt>
    <dgm:pt modelId="{865BEB65-655D-49DB-9714-F55A28565D89}" type="parTrans" cxnId="{3DA87288-1A75-480F-8EF8-52F409175AE4}">
      <dgm:prSet/>
      <dgm:spPr/>
      <dgm:t>
        <a:bodyPr/>
        <a:lstStyle/>
        <a:p>
          <a:endParaRPr lang="en-US"/>
        </a:p>
      </dgm:t>
    </dgm:pt>
    <dgm:pt modelId="{CE82E450-F5B3-4984-9B13-48181165A185}" type="sibTrans" cxnId="{3DA87288-1A75-480F-8EF8-52F409175AE4}">
      <dgm:prSet/>
      <dgm:spPr/>
      <dgm:t>
        <a:bodyPr/>
        <a:lstStyle/>
        <a:p>
          <a:pPr>
            <a:lnSpc>
              <a:spcPct val="100000"/>
            </a:lnSpc>
          </a:pPr>
          <a:endParaRPr lang="en-US"/>
        </a:p>
      </dgm:t>
    </dgm:pt>
    <dgm:pt modelId="{9A4E1000-8C6D-4907-893D-A631896F708F}">
      <dgm:prSet/>
      <dgm:spPr/>
      <dgm:t>
        <a:bodyPr/>
        <a:lstStyle/>
        <a:p>
          <a:pPr>
            <a:lnSpc>
              <a:spcPct val="100000"/>
            </a:lnSpc>
          </a:pPr>
          <a:r>
            <a:rPr lang="en-US"/>
            <a:t>Breaking in via Bluetooth is a very common way for victims to be attacked. This is because of how easy it is to get access to someone's device and attack it. This is due to the weakened security protocols. “Hackers can gain access to calls, texts, and authentication codes via Bluetooth. It becomes easier for hackers to break into your device if you leave your Bluetooth connection unregulated. Luckily, physical proximity to the device is important for Bluetooth hacking” (Shivanandhan, 2023).</a:t>
          </a:r>
        </a:p>
      </dgm:t>
    </dgm:pt>
    <dgm:pt modelId="{F4A4BA26-11DB-416A-BFE1-F4CC6FC4FEAD}" type="parTrans" cxnId="{BD4E4C5B-F0F5-4D1D-9269-85DEF8EDFD7B}">
      <dgm:prSet/>
      <dgm:spPr/>
      <dgm:t>
        <a:bodyPr/>
        <a:lstStyle/>
        <a:p>
          <a:endParaRPr lang="en-US"/>
        </a:p>
      </dgm:t>
    </dgm:pt>
    <dgm:pt modelId="{3CAD546A-81EF-4C47-9099-B2D633060789}" type="sibTrans" cxnId="{BD4E4C5B-F0F5-4D1D-9269-85DEF8EDFD7B}">
      <dgm:prSet/>
      <dgm:spPr/>
      <dgm:t>
        <a:bodyPr/>
        <a:lstStyle/>
        <a:p>
          <a:pPr>
            <a:lnSpc>
              <a:spcPct val="100000"/>
            </a:lnSpc>
          </a:pPr>
          <a:endParaRPr lang="en-US"/>
        </a:p>
      </dgm:t>
    </dgm:pt>
    <dgm:pt modelId="{1D5F1882-F80B-4DA9-8BED-4E0C2ABDBEFC}">
      <dgm:prSet/>
      <dgm:spPr/>
      <dgm:t>
        <a:bodyPr/>
        <a:lstStyle/>
        <a:p>
          <a:pPr>
            <a:lnSpc>
              <a:spcPct val="100000"/>
            </a:lnSpc>
          </a:pPr>
          <a:r>
            <a:rPr lang="en-US"/>
            <a:t>Another common, but dangerous attack to watch out for would be, malware attacks. This is because of hackers can steal any credentials they need just from the victim doing something as simple as installing a malicious app or even just not updating their device. “Malware is any software designed to harm computers, networks, or mobile devices. It can come in various forms such as viruses, spyware, adware, or Trojans” (Shivanandhan, 2023).</a:t>
          </a:r>
        </a:p>
      </dgm:t>
    </dgm:pt>
    <dgm:pt modelId="{F0868952-97F6-4B6F-B614-55FB0DB065C4}" type="parTrans" cxnId="{43D95907-2004-4E29-954F-23ECE02F8C64}">
      <dgm:prSet/>
      <dgm:spPr/>
      <dgm:t>
        <a:bodyPr/>
        <a:lstStyle/>
        <a:p>
          <a:endParaRPr lang="en-US"/>
        </a:p>
      </dgm:t>
    </dgm:pt>
    <dgm:pt modelId="{7ED47484-65D7-4D93-B59F-925CEF2DF718}" type="sibTrans" cxnId="{43D95907-2004-4E29-954F-23ECE02F8C64}">
      <dgm:prSet/>
      <dgm:spPr/>
      <dgm:t>
        <a:bodyPr/>
        <a:lstStyle/>
        <a:p>
          <a:endParaRPr lang="en-US"/>
        </a:p>
      </dgm:t>
    </dgm:pt>
    <dgm:pt modelId="{47A4A701-D9DD-4995-94A0-4314CD4771F4}" type="pres">
      <dgm:prSet presAssocID="{55FFA11C-D2D4-41F7-ACBC-80F5BADA845B}" presName="root" presStyleCnt="0">
        <dgm:presLayoutVars>
          <dgm:dir/>
          <dgm:resizeHandles val="exact"/>
        </dgm:presLayoutVars>
      </dgm:prSet>
      <dgm:spPr/>
    </dgm:pt>
    <dgm:pt modelId="{DA2526E9-996C-4D6A-9F67-B5946B55B05E}" type="pres">
      <dgm:prSet presAssocID="{55FFA11C-D2D4-41F7-ACBC-80F5BADA845B}" presName="container" presStyleCnt="0">
        <dgm:presLayoutVars>
          <dgm:dir/>
          <dgm:resizeHandles val="exact"/>
        </dgm:presLayoutVars>
      </dgm:prSet>
      <dgm:spPr/>
    </dgm:pt>
    <dgm:pt modelId="{DD72F6E9-6D58-442F-B3C3-3B5CBE135728}" type="pres">
      <dgm:prSet presAssocID="{932CB99B-EDB1-4C34-83D9-0D1DFD9A7259}" presName="compNode" presStyleCnt="0"/>
      <dgm:spPr/>
    </dgm:pt>
    <dgm:pt modelId="{1B3895E5-E22B-4B6B-8D31-E6035C8B2DE6}" type="pres">
      <dgm:prSet presAssocID="{932CB99B-EDB1-4C34-83D9-0D1DFD9A7259}" presName="iconBgRect" presStyleLbl="bgShp" presStyleIdx="0" presStyleCnt="3"/>
      <dgm:spPr/>
    </dgm:pt>
    <dgm:pt modelId="{30092433-A698-4248-BD42-2F5BF5E1AE51}" type="pres">
      <dgm:prSet presAssocID="{932CB99B-EDB1-4C34-83D9-0D1DFD9A725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obber"/>
        </a:ext>
      </dgm:extLst>
    </dgm:pt>
    <dgm:pt modelId="{C05C3A7C-8ED5-4398-B313-4820F96B17C1}" type="pres">
      <dgm:prSet presAssocID="{932CB99B-EDB1-4C34-83D9-0D1DFD9A7259}" presName="spaceRect" presStyleCnt="0"/>
      <dgm:spPr/>
    </dgm:pt>
    <dgm:pt modelId="{CB85D53F-8E48-478A-B12B-BAB03C4FD256}" type="pres">
      <dgm:prSet presAssocID="{932CB99B-EDB1-4C34-83D9-0D1DFD9A7259}" presName="textRect" presStyleLbl="revTx" presStyleIdx="0" presStyleCnt="3">
        <dgm:presLayoutVars>
          <dgm:chMax val="1"/>
          <dgm:chPref val="1"/>
        </dgm:presLayoutVars>
      </dgm:prSet>
      <dgm:spPr/>
    </dgm:pt>
    <dgm:pt modelId="{AFE41EC0-9697-4948-BF6A-1A5AB9F279BB}" type="pres">
      <dgm:prSet presAssocID="{CE82E450-F5B3-4984-9B13-48181165A185}" presName="sibTrans" presStyleLbl="sibTrans2D1" presStyleIdx="0" presStyleCnt="0"/>
      <dgm:spPr/>
    </dgm:pt>
    <dgm:pt modelId="{A31683CF-489B-4AB1-B210-B4366A11D757}" type="pres">
      <dgm:prSet presAssocID="{9A4E1000-8C6D-4907-893D-A631896F708F}" presName="compNode" presStyleCnt="0"/>
      <dgm:spPr/>
    </dgm:pt>
    <dgm:pt modelId="{110D4B83-5F0D-4379-A7BB-CAC3DD172279}" type="pres">
      <dgm:prSet presAssocID="{9A4E1000-8C6D-4907-893D-A631896F708F}" presName="iconBgRect" presStyleLbl="bgShp" presStyleIdx="1" presStyleCnt="3"/>
      <dgm:spPr/>
    </dgm:pt>
    <dgm:pt modelId="{5E973C76-BA3F-48A1-8B2D-A883149FA2DC}" type="pres">
      <dgm:prSet presAssocID="{9A4E1000-8C6D-4907-893D-A631896F708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luetooth"/>
        </a:ext>
      </dgm:extLst>
    </dgm:pt>
    <dgm:pt modelId="{A136CD4D-BDAE-4E6D-B3B6-75D25A215CBA}" type="pres">
      <dgm:prSet presAssocID="{9A4E1000-8C6D-4907-893D-A631896F708F}" presName="spaceRect" presStyleCnt="0"/>
      <dgm:spPr/>
    </dgm:pt>
    <dgm:pt modelId="{D01A4AC2-F86C-405F-9374-8C834A329D3E}" type="pres">
      <dgm:prSet presAssocID="{9A4E1000-8C6D-4907-893D-A631896F708F}" presName="textRect" presStyleLbl="revTx" presStyleIdx="1" presStyleCnt="3">
        <dgm:presLayoutVars>
          <dgm:chMax val="1"/>
          <dgm:chPref val="1"/>
        </dgm:presLayoutVars>
      </dgm:prSet>
      <dgm:spPr/>
    </dgm:pt>
    <dgm:pt modelId="{8D9759C5-6E4F-4CE0-942D-FEAF04DF9370}" type="pres">
      <dgm:prSet presAssocID="{3CAD546A-81EF-4C47-9099-B2D633060789}" presName="sibTrans" presStyleLbl="sibTrans2D1" presStyleIdx="0" presStyleCnt="0"/>
      <dgm:spPr/>
    </dgm:pt>
    <dgm:pt modelId="{D945277D-B2B1-4868-935B-BE7733FD4911}" type="pres">
      <dgm:prSet presAssocID="{1D5F1882-F80B-4DA9-8BED-4E0C2ABDBEFC}" presName="compNode" presStyleCnt="0"/>
      <dgm:spPr/>
    </dgm:pt>
    <dgm:pt modelId="{79765722-CD92-49B4-84C9-4AC931CB9E2C}" type="pres">
      <dgm:prSet presAssocID="{1D5F1882-F80B-4DA9-8BED-4E0C2ABDBEFC}" presName="iconBgRect" presStyleLbl="bgShp" presStyleIdx="2" presStyleCnt="3"/>
      <dgm:spPr/>
    </dgm:pt>
    <dgm:pt modelId="{7DA6DABF-9CBB-4313-BFCC-EDD228EE91D5}" type="pres">
      <dgm:prSet presAssocID="{1D5F1882-F80B-4DA9-8BED-4E0C2ABDBEF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grammer"/>
        </a:ext>
      </dgm:extLst>
    </dgm:pt>
    <dgm:pt modelId="{98096A0E-61EA-476C-B314-957A754DEC25}" type="pres">
      <dgm:prSet presAssocID="{1D5F1882-F80B-4DA9-8BED-4E0C2ABDBEFC}" presName="spaceRect" presStyleCnt="0"/>
      <dgm:spPr/>
    </dgm:pt>
    <dgm:pt modelId="{D46DFE9E-CFD5-446C-99AC-8B0F6B0A347D}" type="pres">
      <dgm:prSet presAssocID="{1D5F1882-F80B-4DA9-8BED-4E0C2ABDBEFC}" presName="textRect" presStyleLbl="revTx" presStyleIdx="2" presStyleCnt="3">
        <dgm:presLayoutVars>
          <dgm:chMax val="1"/>
          <dgm:chPref val="1"/>
        </dgm:presLayoutVars>
      </dgm:prSet>
      <dgm:spPr/>
    </dgm:pt>
  </dgm:ptLst>
  <dgm:cxnLst>
    <dgm:cxn modelId="{43D95907-2004-4E29-954F-23ECE02F8C64}" srcId="{55FFA11C-D2D4-41F7-ACBC-80F5BADA845B}" destId="{1D5F1882-F80B-4DA9-8BED-4E0C2ABDBEFC}" srcOrd="2" destOrd="0" parTransId="{F0868952-97F6-4B6F-B614-55FB0DB065C4}" sibTransId="{7ED47484-65D7-4D93-B59F-925CEF2DF718}"/>
    <dgm:cxn modelId="{2CA28640-3D32-437D-8EE3-0C43C94DA1F9}" type="presOf" srcId="{55FFA11C-D2D4-41F7-ACBC-80F5BADA845B}" destId="{47A4A701-D9DD-4995-94A0-4314CD4771F4}" srcOrd="0" destOrd="0" presId="urn:microsoft.com/office/officeart/2018/2/layout/IconCircleList"/>
    <dgm:cxn modelId="{BD4E4C5B-F0F5-4D1D-9269-85DEF8EDFD7B}" srcId="{55FFA11C-D2D4-41F7-ACBC-80F5BADA845B}" destId="{9A4E1000-8C6D-4907-893D-A631896F708F}" srcOrd="1" destOrd="0" parTransId="{F4A4BA26-11DB-416A-BFE1-F4CC6FC4FEAD}" sibTransId="{3CAD546A-81EF-4C47-9099-B2D633060789}"/>
    <dgm:cxn modelId="{9F860D55-F952-4AA4-B044-747AEE449BDE}" type="presOf" srcId="{9A4E1000-8C6D-4907-893D-A631896F708F}" destId="{D01A4AC2-F86C-405F-9374-8C834A329D3E}" srcOrd="0" destOrd="0" presId="urn:microsoft.com/office/officeart/2018/2/layout/IconCircleList"/>
    <dgm:cxn modelId="{3DA87288-1A75-480F-8EF8-52F409175AE4}" srcId="{55FFA11C-D2D4-41F7-ACBC-80F5BADA845B}" destId="{932CB99B-EDB1-4C34-83D9-0D1DFD9A7259}" srcOrd="0" destOrd="0" parTransId="{865BEB65-655D-49DB-9714-F55A28565D89}" sibTransId="{CE82E450-F5B3-4984-9B13-48181165A185}"/>
    <dgm:cxn modelId="{9E411BA3-E712-41F7-BE80-5C0FCEC2B7AA}" type="presOf" srcId="{1D5F1882-F80B-4DA9-8BED-4E0C2ABDBEFC}" destId="{D46DFE9E-CFD5-446C-99AC-8B0F6B0A347D}" srcOrd="0" destOrd="0" presId="urn:microsoft.com/office/officeart/2018/2/layout/IconCircleList"/>
    <dgm:cxn modelId="{192D6EAF-1241-477C-A4A1-FD50C25604AF}" type="presOf" srcId="{932CB99B-EDB1-4C34-83D9-0D1DFD9A7259}" destId="{CB85D53F-8E48-478A-B12B-BAB03C4FD256}" srcOrd="0" destOrd="0" presId="urn:microsoft.com/office/officeart/2018/2/layout/IconCircleList"/>
    <dgm:cxn modelId="{7532CEE9-DB82-4924-BFB9-DE5135DE3D1B}" type="presOf" srcId="{CE82E450-F5B3-4984-9B13-48181165A185}" destId="{AFE41EC0-9697-4948-BF6A-1A5AB9F279BB}" srcOrd="0" destOrd="0" presId="urn:microsoft.com/office/officeart/2018/2/layout/IconCircleList"/>
    <dgm:cxn modelId="{E87F89EB-9EE5-4DE1-B8AE-86E024137E1C}" type="presOf" srcId="{3CAD546A-81EF-4C47-9099-B2D633060789}" destId="{8D9759C5-6E4F-4CE0-942D-FEAF04DF9370}" srcOrd="0" destOrd="0" presId="urn:microsoft.com/office/officeart/2018/2/layout/IconCircleList"/>
    <dgm:cxn modelId="{F71E9609-A69B-4366-84D6-77045E69E1EA}" type="presParOf" srcId="{47A4A701-D9DD-4995-94A0-4314CD4771F4}" destId="{DA2526E9-996C-4D6A-9F67-B5946B55B05E}" srcOrd="0" destOrd="0" presId="urn:microsoft.com/office/officeart/2018/2/layout/IconCircleList"/>
    <dgm:cxn modelId="{2B868B74-A41A-48E0-B94A-DE8868D6418A}" type="presParOf" srcId="{DA2526E9-996C-4D6A-9F67-B5946B55B05E}" destId="{DD72F6E9-6D58-442F-B3C3-3B5CBE135728}" srcOrd="0" destOrd="0" presId="urn:microsoft.com/office/officeart/2018/2/layout/IconCircleList"/>
    <dgm:cxn modelId="{AF773DC5-2DA0-465D-9325-61C83BEB7056}" type="presParOf" srcId="{DD72F6E9-6D58-442F-B3C3-3B5CBE135728}" destId="{1B3895E5-E22B-4B6B-8D31-E6035C8B2DE6}" srcOrd="0" destOrd="0" presId="urn:microsoft.com/office/officeart/2018/2/layout/IconCircleList"/>
    <dgm:cxn modelId="{C0D253A9-EE9B-4076-8711-F35E3D82CA7A}" type="presParOf" srcId="{DD72F6E9-6D58-442F-B3C3-3B5CBE135728}" destId="{30092433-A698-4248-BD42-2F5BF5E1AE51}" srcOrd="1" destOrd="0" presId="urn:microsoft.com/office/officeart/2018/2/layout/IconCircleList"/>
    <dgm:cxn modelId="{248D8331-0D3B-4C10-968B-499BD365A210}" type="presParOf" srcId="{DD72F6E9-6D58-442F-B3C3-3B5CBE135728}" destId="{C05C3A7C-8ED5-4398-B313-4820F96B17C1}" srcOrd="2" destOrd="0" presId="urn:microsoft.com/office/officeart/2018/2/layout/IconCircleList"/>
    <dgm:cxn modelId="{86364274-F337-4244-BD34-2185EF9749C8}" type="presParOf" srcId="{DD72F6E9-6D58-442F-B3C3-3B5CBE135728}" destId="{CB85D53F-8E48-478A-B12B-BAB03C4FD256}" srcOrd="3" destOrd="0" presId="urn:microsoft.com/office/officeart/2018/2/layout/IconCircleList"/>
    <dgm:cxn modelId="{53D3C253-7F34-4C6C-972A-671D3AF7AF58}" type="presParOf" srcId="{DA2526E9-996C-4D6A-9F67-B5946B55B05E}" destId="{AFE41EC0-9697-4948-BF6A-1A5AB9F279BB}" srcOrd="1" destOrd="0" presId="urn:microsoft.com/office/officeart/2018/2/layout/IconCircleList"/>
    <dgm:cxn modelId="{6439E58D-7756-4CBC-B030-86303310E298}" type="presParOf" srcId="{DA2526E9-996C-4D6A-9F67-B5946B55B05E}" destId="{A31683CF-489B-4AB1-B210-B4366A11D757}" srcOrd="2" destOrd="0" presId="urn:microsoft.com/office/officeart/2018/2/layout/IconCircleList"/>
    <dgm:cxn modelId="{AF5CCA59-F4AC-4DC4-B91D-6701DD9C9789}" type="presParOf" srcId="{A31683CF-489B-4AB1-B210-B4366A11D757}" destId="{110D4B83-5F0D-4379-A7BB-CAC3DD172279}" srcOrd="0" destOrd="0" presId="urn:microsoft.com/office/officeart/2018/2/layout/IconCircleList"/>
    <dgm:cxn modelId="{746CF5C3-8888-4359-8249-8C7FBDD286A8}" type="presParOf" srcId="{A31683CF-489B-4AB1-B210-B4366A11D757}" destId="{5E973C76-BA3F-48A1-8B2D-A883149FA2DC}" srcOrd="1" destOrd="0" presId="urn:microsoft.com/office/officeart/2018/2/layout/IconCircleList"/>
    <dgm:cxn modelId="{C22CD937-088B-407E-A38C-6384BF926BFD}" type="presParOf" srcId="{A31683CF-489B-4AB1-B210-B4366A11D757}" destId="{A136CD4D-BDAE-4E6D-B3B6-75D25A215CBA}" srcOrd="2" destOrd="0" presId="urn:microsoft.com/office/officeart/2018/2/layout/IconCircleList"/>
    <dgm:cxn modelId="{F6ADF1AE-8721-4A77-BDC1-30FEB14F3705}" type="presParOf" srcId="{A31683CF-489B-4AB1-B210-B4366A11D757}" destId="{D01A4AC2-F86C-405F-9374-8C834A329D3E}" srcOrd="3" destOrd="0" presId="urn:microsoft.com/office/officeart/2018/2/layout/IconCircleList"/>
    <dgm:cxn modelId="{6F86A224-D6CE-4E23-9513-964736E6B5ED}" type="presParOf" srcId="{DA2526E9-996C-4D6A-9F67-B5946B55B05E}" destId="{8D9759C5-6E4F-4CE0-942D-FEAF04DF9370}" srcOrd="3" destOrd="0" presId="urn:microsoft.com/office/officeart/2018/2/layout/IconCircleList"/>
    <dgm:cxn modelId="{66AAE3FC-7E25-4B74-9C20-114D73745237}" type="presParOf" srcId="{DA2526E9-996C-4D6A-9F67-B5946B55B05E}" destId="{D945277D-B2B1-4868-935B-BE7733FD4911}" srcOrd="4" destOrd="0" presId="urn:microsoft.com/office/officeart/2018/2/layout/IconCircleList"/>
    <dgm:cxn modelId="{65DB2478-46F3-470E-85AF-99E6704D4CDD}" type="presParOf" srcId="{D945277D-B2B1-4868-935B-BE7733FD4911}" destId="{79765722-CD92-49B4-84C9-4AC931CB9E2C}" srcOrd="0" destOrd="0" presId="urn:microsoft.com/office/officeart/2018/2/layout/IconCircleList"/>
    <dgm:cxn modelId="{86A7E9A7-7E5C-4DD9-B9CE-BE3F95808E4E}" type="presParOf" srcId="{D945277D-B2B1-4868-935B-BE7733FD4911}" destId="{7DA6DABF-9CBB-4313-BFCC-EDD228EE91D5}" srcOrd="1" destOrd="0" presId="urn:microsoft.com/office/officeart/2018/2/layout/IconCircleList"/>
    <dgm:cxn modelId="{012531B3-12A9-4C0F-ABE6-C4007381F1B0}" type="presParOf" srcId="{D945277D-B2B1-4868-935B-BE7733FD4911}" destId="{98096A0E-61EA-476C-B314-957A754DEC25}" srcOrd="2" destOrd="0" presId="urn:microsoft.com/office/officeart/2018/2/layout/IconCircleList"/>
    <dgm:cxn modelId="{B0663C84-FCD3-4021-8839-85C6976AD032}" type="presParOf" srcId="{D945277D-B2B1-4868-935B-BE7733FD4911}" destId="{D46DFE9E-CFD5-446C-99AC-8B0F6B0A347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35ABBF-EA43-469A-855B-3FBBDEC71F5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155A05E-0E53-4ABF-9AEF-043735EA4743}">
      <dgm:prSet/>
      <dgm:spPr/>
      <dgm:t>
        <a:bodyPr/>
        <a:lstStyle/>
        <a:p>
          <a:r>
            <a:rPr lang="en-US"/>
            <a:t>Outdated Software: The updates that your phone manufacturer pushes out are very important. The reason these software updates are important is because they not only keep your phone fresh with new software models, but they help with the security of the device as far as how vulnerable your device is to hacking. There are a lot of people that not only just forget and overlook these updates, but they completely ignore them and this leads to outdated software. </a:t>
          </a:r>
        </a:p>
      </dgm:t>
    </dgm:pt>
    <dgm:pt modelId="{4246B305-FC72-415A-9EB0-2593D11A31FF}" type="parTrans" cxnId="{DF478C00-8AD2-4E06-B5EC-E29D3DACCE08}">
      <dgm:prSet/>
      <dgm:spPr/>
      <dgm:t>
        <a:bodyPr/>
        <a:lstStyle/>
        <a:p>
          <a:endParaRPr lang="en-US"/>
        </a:p>
      </dgm:t>
    </dgm:pt>
    <dgm:pt modelId="{7FAA040F-CB97-4FA3-8CDE-53935651E8CB}" type="sibTrans" cxnId="{DF478C00-8AD2-4E06-B5EC-E29D3DACCE08}">
      <dgm:prSet/>
      <dgm:spPr/>
      <dgm:t>
        <a:bodyPr/>
        <a:lstStyle/>
        <a:p>
          <a:endParaRPr lang="en-US"/>
        </a:p>
      </dgm:t>
    </dgm:pt>
    <dgm:pt modelId="{045565AA-6752-4E89-A136-7C5A15BE822F}">
      <dgm:prSet/>
      <dgm:spPr/>
      <dgm:t>
        <a:bodyPr/>
        <a:lstStyle/>
        <a:p>
          <a:r>
            <a:rPr lang="en-US"/>
            <a:t>Weak Passwords: Having a weak password opens multiple ways for a hacker to even guess at these passwords and gain access to all sorts of sensitive information you have. </a:t>
          </a:r>
        </a:p>
      </dgm:t>
    </dgm:pt>
    <dgm:pt modelId="{FF06F982-DCC3-476F-81D8-B1DFDE732B3E}" type="parTrans" cxnId="{0F5C4970-E704-434E-B570-4DDCC352AABC}">
      <dgm:prSet/>
      <dgm:spPr/>
      <dgm:t>
        <a:bodyPr/>
        <a:lstStyle/>
        <a:p>
          <a:endParaRPr lang="en-US"/>
        </a:p>
      </dgm:t>
    </dgm:pt>
    <dgm:pt modelId="{6489FBC2-2F5A-4FD3-850E-E5A850DA937A}" type="sibTrans" cxnId="{0F5C4970-E704-434E-B570-4DDCC352AABC}">
      <dgm:prSet/>
      <dgm:spPr/>
      <dgm:t>
        <a:bodyPr/>
        <a:lstStyle/>
        <a:p>
          <a:endParaRPr lang="en-US"/>
        </a:p>
      </dgm:t>
    </dgm:pt>
    <dgm:pt modelId="{2BC7E774-3023-47AB-A12C-F461BFFB8D55}" type="pres">
      <dgm:prSet presAssocID="{4B35ABBF-EA43-469A-855B-3FBBDEC71F52}" presName="root" presStyleCnt="0">
        <dgm:presLayoutVars>
          <dgm:dir/>
          <dgm:resizeHandles val="exact"/>
        </dgm:presLayoutVars>
      </dgm:prSet>
      <dgm:spPr/>
    </dgm:pt>
    <dgm:pt modelId="{5A3B59C8-8EC9-4B3F-8902-30C489B4C226}" type="pres">
      <dgm:prSet presAssocID="{B155A05E-0E53-4ABF-9AEF-043735EA4743}" presName="compNode" presStyleCnt="0"/>
      <dgm:spPr/>
    </dgm:pt>
    <dgm:pt modelId="{56AAE82E-0048-407B-A926-5A8AB8A3171D}" type="pres">
      <dgm:prSet presAssocID="{B155A05E-0E53-4ABF-9AEF-043735EA4743}" presName="bgRect" presStyleLbl="bgShp" presStyleIdx="0" presStyleCnt="2"/>
      <dgm:spPr/>
    </dgm:pt>
    <dgm:pt modelId="{6FD017B9-7B82-46A1-80DE-F614F36E1760}" type="pres">
      <dgm:prSet presAssocID="{B155A05E-0E53-4ABF-9AEF-043735EA474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mart Phone"/>
        </a:ext>
      </dgm:extLst>
    </dgm:pt>
    <dgm:pt modelId="{42D4E4DB-764A-432B-9D6F-83CDAD398BA5}" type="pres">
      <dgm:prSet presAssocID="{B155A05E-0E53-4ABF-9AEF-043735EA4743}" presName="spaceRect" presStyleCnt="0"/>
      <dgm:spPr/>
    </dgm:pt>
    <dgm:pt modelId="{FA9B10E6-C7C7-4BB4-B870-9EC315FC3CF4}" type="pres">
      <dgm:prSet presAssocID="{B155A05E-0E53-4ABF-9AEF-043735EA4743}" presName="parTx" presStyleLbl="revTx" presStyleIdx="0" presStyleCnt="2">
        <dgm:presLayoutVars>
          <dgm:chMax val="0"/>
          <dgm:chPref val="0"/>
        </dgm:presLayoutVars>
      </dgm:prSet>
      <dgm:spPr/>
    </dgm:pt>
    <dgm:pt modelId="{3006D68F-5E7D-47E2-9CCC-FE0414829650}" type="pres">
      <dgm:prSet presAssocID="{7FAA040F-CB97-4FA3-8CDE-53935651E8CB}" presName="sibTrans" presStyleCnt="0"/>
      <dgm:spPr/>
    </dgm:pt>
    <dgm:pt modelId="{17729901-FF87-43C0-B08C-1BB7BF32B55E}" type="pres">
      <dgm:prSet presAssocID="{045565AA-6752-4E89-A136-7C5A15BE822F}" presName="compNode" presStyleCnt="0"/>
      <dgm:spPr/>
    </dgm:pt>
    <dgm:pt modelId="{0808B1D0-AD2A-4E20-B3D7-4D2469D6BB11}" type="pres">
      <dgm:prSet presAssocID="{045565AA-6752-4E89-A136-7C5A15BE822F}" presName="bgRect" presStyleLbl="bgShp" presStyleIdx="1" presStyleCnt="2"/>
      <dgm:spPr/>
    </dgm:pt>
    <dgm:pt modelId="{3F2F29D9-63B3-4EED-BD98-3A11B604FB7E}" type="pres">
      <dgm:prSet presAssocID="{045565AA-6752-4E89-A136-7C5A15BE822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56B631B8-23D6-4137-99E3-B4E3FE12B693}" type="pres">
      <dgm:prSet presAssocID="{045565AA-6752-4E89-A136-7C5A15BE822F}" presName="spaceRect" presStyleCnt="0"/>
      <dgm:spPr/>
    </dgm:pt>
    <dgm:pt modelId="{46396995-C34A-4894-A1ED-A8FBD21F7C7A}" type="pres">
      <dgm:prSet presAssocID="{045565AA-6752-4E89-A136-7C5A15BE822F}" presName="parTx" presStyleLbl="revTx" presStyleIdx="1" presStyleCnt="2">
        <dgm:presLayoutVars>
          <dgm:chMax val="0"/>
          <dgm:chPref val="0"/>
        </dgm:presLayoutVars>
      </dgm:prSet>
      <dgm:spPr/>
    </dgm:pt>
  </dgm:ptLst>
  <dgm:cxnLst>
    <dgm:cxn modelId="{DF478C00-8AD2-4E06-B5EC-E29D3DACCE08}" srcId="{4B35ABBF-EA43-469A-855B-3FBBDEC71F52}" destId="{B155A05E-0E53-4ABF-9AEF-043735EA4743}" srcOrd="0" destOrd="0" parTransId="{4246B305-FC72-415A-9EB0-2593D11A31FF}" sibTransId="{7FAA040F-CB97-4FA3-8CDE-53935651E8CB}"/>
    <dgm:cxn modelId="{50419216-F25A-4219-B028-FE26711F9A2F}" type="presOf" srcId="{045565AA-6752-4E89-A136-7C5A15BE822F}" destId="{46396995-C34A-4894-A1ED-A8FBD21F7C7A}" srcOrd="0" destOrd="0" presId="urn:microsoft.com/office/officeart/2018/2/layout/IconVerticalSolidList"/>
    <dgm:cxn modelId="{0F5C4970-E704-434E-B570-4DDCC352AABC}" srcId="{4B35ABBF-EA43-469A-855B-3FBBDEC71F52}" destId="{045565AA-6752-4E89-A136-7C5A15BE822F}" srcOrd="1" destOrd="0" parTransId="{FF06F982-DCC3-476F-81D8-B1DFDE732B3E}" sibTransId="{6489FBC2-2F5A-4FD3-850E-E5A850DA937A}"/>
    <dgm:cxn modelId="{1F0967BB-41CC-40C2-ACA8-A610E6036DE8}" type="presOf" srcId="{4B35ABBF-EA43-469A-855B-3FBBDEC71F52}" destId="{2BC7E774-3023-47AB-A12C-F461BFFB8D55}" srcOrd="0" destOrd="0" presId="urn:microsoft.com/office/officeart/2018/2/layout/IconVerticalSolidList"/>
    <dgm:cxn modelId="{795AE9D4-4D46-4772-867C-DBC455987962}" type="presOf" srcId="{B155A05E-0E53-4ABF-9AEF-043735EA4743}" destId="{FA9B10E6-C7C7-4BB4-B870-9EC315FC3CF4}" srcOrd="0" destOrd="0" presId="urn:microsoft.com/office/officeart/2018/2/layout/IconVerticalSolidList"/>
    <dgm:cxn modelId="{24D8FB3A-3796-4025-817B-378A4A41479C}" type="presParOf" srcId="{2BC7E774-3023-47AB-A12C-F461BFFB8D55}" destId="{5A3B59C8-8EC9-4B3F-8902-30C489B4C226}" srcOrd="0" destOrd="0" presId="urn:microsoft.com/office/officeart/2018/2/layout/IconVerticalSolidList"/>
    <dgm:cxn modelId="{04729ED3-528F-4E70-971D-1FA6672A66BB}" type="presParOf" srcId="{5A3B59C8-8EC9-4B3F-8902-30C489B4C226}" destId="{56AAE82E-0048-407B-A926-5A8AB8A3171D}" srcOrd="0" destOrd="0" presId="urn:microsoft.com/office/officeart/2018/2/layout/IconVerticalSolidList"/>
    <dgm:cxn modelId="{DEEFEEED-9844-4A89-9641-0308841CA1D6}" type="presParOf" srcId="{5A3B59C8-8EC9-4B3F-8902-30C489B4C226}" destId="{6FD017B9-7B82-46A1-80DE-F614F36E1760}" srcOrd="1" destOrd="0" presId="urn:microsoft.com/office/officeart/2018/2/layout/IconVerticalSolidList"/>
    <dgm:cxn modelId="{7835B453-072C-45BD-BBA0-9D9117DA55D6}" type="presParOf" srcId="{5A3B59C8-8EC9-4B3F-8902-30C489B4C226}" destId="{42D4E4DB-764A-432B-9D6F-83CDAD398BA5}" srcOrd="2" destOrd="0" presId="urn:microsoft.com/office/officeart/2018/2/layout/IconVerticalSolidList"/>
    <dgm:cxn modelId="{C0E2EDEC-28EE-4260-9BC5-74D493A9B96E}" type="presParOf" srcId="{5A3B59C8-8EC9-4B3F-8902-30C489B4C226}" destId="{FA9B10E6-C7C7-4BB4-B870-9EC315FC3CF4}" srcOrd="3" destOrd="0" presId="urn:microsoft.com/office/officeart/2018/2/layout/IconVerticalSolidList"/>
    <dgm:cxn modelId="{883BF2EB-2FFD-4949-B9D3-33C6031AD996}" type="presParOf" srcId="{2BC7E774-3023-47AB-A12C-F461BFFB8D55}" destId="{3006D68F-5E7D-47E2-9CCC-FE0414829650}" srcOrd="1" destOrd="0" presId="urn:microsoft.com/office/officeart/2018/2/layout/IconVerticalSolidList"/>
    <dgm:cxn modelId="{2E4D3193-4684-40E4-A899-E84DB755B5F8}" type="presParOf" srcId="{2BC7E774-3023-47AB-A12C-F461BFFB8D55}" destId="{17729901-FF87-43C0-B08C-1BB7BF32B55E}" srcOrd="2" destOrd="0" presId="urn:microsoft.com/office/officeart/2018/2/layout/IconVerticalSolidList"/>
    <dgm:cxn modelId="{B39EDEEE-D2FD-48EF-8D78-302986FF9351}" type="presParOf" srcId="{17729901-FF87-43C0-B08C-1BB7BF32B55E}" destId="{0808B1D0-AD2A-4E20-B3D7-4D2469D6BB11}" srcOrd="0" destOrd="0" presId="urn:microsoft.com/office/officeart/2018/2/layout/IconVerticalSolidList"/>
    <dgm:cxn modelId="{28A9CDBD-29EB-4778-B0C6-1F4EB693C1D1}" type="presParOf" srcId="{17729901-FF87-43C0-B08C-1BB7BF32B55E}" destId="{3F2F29D9-63B3-4EED-BD98-3A11B604FB7E}" srcOrd="1" destOrd="0" presId="urn:microsoft.com/office/officeart/2018/2/layout/IconVerticalSolidList"/>
    <dgm:cxn modelId="{DE9F7A53-7C33-4EB5-9FDE-324A94E7D513}" type="presParOf" srcId="{17729901-FF87-43C0-B08C-1BB7BF32B55E}" destId="{56B631B8-23D6-4137-99E3-B4E3FE12B693}" srcOrd="2" destOrd="0" presId="urn:microsoft.com/office/officeart/2018/2/layout/IconVerticalSolidList"/>
    <dgm:cxn modelId="{8C4571A5-3A77-4B1A-B1E6-BCB1503AEA33}" type="presParOf" srcId="{17729901-FF87-43C0-B08C-1BB7BF32B55E}" destId="{46396995-C34A-4894-A1ED-A8FBD21F7C7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A9762C-1494-44A1-A23D-7799FDA754B6}"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DBBEBD6-10AE-4930-80B5-A6670BEE2713}">
      <dgm:prSet/>
      <dgm:spPr/>
      <dgm:t>
        <a:bodyPr/>
        <a:lstStyle/>
        <a:p>
          <a:pPr>
            <a:defRPr cap="all"/>
          </a:pPr>
          <a:r>
            <a:rPr lang="en-US"/>
            <a:t>The most common and noticeable issue would be how slow your device is running. </a:t>
          </a:r>
        </a:p>
      </dgm:t>
    </dgm:pt>
    <dgm:pt modelId="{07300EE1-42E9-4A79-8CD8-592A8B0B61AC}" type="parTrans" cxnId="{1CC825C3-97E0-48AF-A943-D5E29004042D}">
      <dgm:prSet/>
      <dgm:spPr/>
      <dgm:t>
        <a:bodyPr/>
        <a:lstStyle/>
        <a:p>
          <a:endParaRPr lang="en-US"/>
        </a:p>
      </dgm:t>
    </dgm:pt>
    <dgm:pt modelId="{B01CE155-7504-42E6-8FF6-84742D9753AB}" type="sibTrans" cxnId="{1CC825C3-97E0-48AF-A943-D5E29004042D}">
      <dgm:prSet/>
      <dgm:spPr/>
      <dgm:t>
        <a:bodyPr/>
        <a:lstStyle/>
        <a:p>
          <a:endParaRPr lang="en-US"/>
        </a:p>
      </dgm:t>
    </dgm:pt>
    <dgm:pt modelId="{042D64A7-F142-4175-BF3F-5FD143ACF487}">
      <dgm:prSet/>
      <dgm:spPr/>
      <dgm:t>
        <a:bodyPr/>
        <a:lstStyle/>
        <a:p>
          <a:pPr>
            <a:defRPr cap="all"/>
          </a:pPr>
          <a:r>
            <a:rPr lang="en-US"/>
            <a:t>The cell phone will often experience lagging and crashing along with frequent freezing. </a:t>
          </a:r>
        </a:p>
      </dgm:t>
    </dgm:pt>
    <dgm:pt modelId="{CE620FDF-0748-4CAE-80FA-3B01B2AA74A0}" type="parTrans" cxnId="{7F154733-8E0A-49FF-8536-B70C747FAF95}">
      <dgm:prSet/>
      <dgm:spPr/>
      <dgm:t>
        <a:bodyPr/>
        <a:lstStyle/>
        <a:p>
          <a:endParaRPr lang="en-US"/>
        </a:p>
      </dgm:t>
    </dgm:pt>
    <dgm:pt modelId="{2C007FC3-4E25-4998-BE05-E5985B991CD7}" type="sibTrans" cxnId="{7F154733-8E0A-49FF-8536-B70C747FAF95}">
      <dgm:prSet/>
      <dgm:spPr/>
      <dgm:t>
        <a:bodyPr/>
        <a:lstStyle/>
        <a:p>
          <a:endParaRPr lang="en-US"/>
        </a:p>
      </dgm:t>
    </dgm:pt>
    <dgm:pt modelId="{6D9DA837-0A8D-45A2-9844-242082C7912B}">
      <dgm:prSet/>
      <dgm:spPr/>
      <dgm:t>
        <a:bodyPr/>
        <a:lstStyle/>
        <a:p>
          <a:pPr>
            <a:defRPr cap="all"/>
          </a:pPr>
          <a:r>
            <a:rPr lang="en-US"/>
            <a:t>Your device will have sudden battery drainage. Malware will cause your device battery to drain faster more than normal. </a:t>
          </a:r>
        </a:p>
      </dgm:t>
    </dgm:pt>
    <dgm:pt modelId="{4F9F2F6F-3679-4A9C-8CAB-86994E9F244C}" type="parTrans" cxnId="{972991C0-E04C-4EBD-A847-454E3E01A179}">
      <dgm:prSet/>
      <dgm:spPr/>
      <dgm:t>
        <a:bodyPr/>
        <a:lstStyle/>
        <a:p>
          <a:endParaRPr lang="en-US"/>
        </a:p>
      </dgm:t>
    </dgm:pt>
    <dgm:pt modelId="{924D36BF-3B61-452B-9C42-0181A9DCA1A2}" type="sibTrans" cxnId="{972991C0-E04C-4EBD-A847-454E3E01A179}">
      <dgm:prSet/>
      <dgm:spPr/>
      <dgm:t>
        <a:bodyPr/>
        <a:lstStyle/>
        <a:p>
          <a:endParaRPr lang="en-US"/>
        </a:p>
      </dgm:t>
    </dgm:pt>
    <dgm:pt modelId="{E798F8C7-C0D5-4797-A7D8-84330A2ADC58}">
      <dgm:prSet/>
      <dgm:spPr/>
      <dgm:t>
        <a:bodyPr/>
        <a:lstStyle/>
        <a:p>
          <a:pPr>
            <a:defRPr cap="all"/>
          </a:pPr>
          <a:r>
            <a:rPr lang="en-US"/>
            <a:t>There will be unexpected increases in the data usage. </a:t>
          </a:r>
        </a:p>
      </dgm:t>
    </dgm:pt>
    <dgm:pt modelId="{72373B11-0809-4D78-8F1B-C3EED1B87ADA}" type="parTrans" cxnId="{FF274C0C-11B8-44D8-8E45-6A1C17BF0813}">
      <dgm:prSet/>
      <dgm:spPr/>
      <dgm:t>
        <a:bodyPr/>
        <a:lstStyle/>
        <a:p>
          <a:endParaRPr lang="en-US"/>
        </a:p>
      </dgm:t>
    </dgm:pt>
    <dgm:pt modelId="{B3F28CF1-5F16-406D-BEDF-6182F53C9FFF}" type="sibTrans" cxnId="{FF274C0C-11B8-44D8-8E45-6A1C17BF0813}">
      <dgm:prSet/>
      <dgm:spPr/>
      <dgm:t>
        <a:bodyPr/>
        <a:lstStyle/>
        <a:p>
          <a:endParaRPr lang="en-US"/>
        </a:p>
      </dgm:t>
    </dgm:pt>
    <dgm:pt modelId="{88D57386-7DAD-413A-B152-B4FB671814BD}">
      <dgm:prSet/>
      <dgm:spPr/>
      <dgm:t>
        <a:bodyPr/>
        <a:lstStyle/>
        <a:p>
          <a:pPr>
            <a:defRPr cap="all"/>
          </a:pPr>
          <a:r>
            <a:rPr lang="en-US"/>
            <a:t>“Noticing unusual behavior or signs of hacking can help you take immediate action” (Asurion ,2024).</a:t>
          </a:r>
        </a:p>
      </dgm:t>
    </dgm:pt>
    <dgm:pt modelId="{4151610F-C6A3-4E21-8D51-399B881BBD73}" type="parTrans" cxnId="{90E62E81-25DE-4EB0-BC61-BFA296DAC72B}">
      <dgm:prSet/>
      <dgm:spPr/>
      <dgm:t>
        <a:bodyPr/>
        <a:lstStyle/>
        <a:p>
          <a:endParaRPr lang="en-US"/>
        </a:p>
      </dgm:t>
    </dgm:pt>
    <dgm:pt modelId="{411A0510-0C27-46A6-BB61-D4D875826AAC}" type="sibTrans" cxnId="{90E62E81-25DE-4EB0-BC61-BFA296DAC72B}">
      <dgm:prSet/>
      <dgm:spPr/>
      <dgm:t>
        <a:bodyPr/>
        <a:lstStyle/>
        <a:p>
          <a:endParaRPr lang="en-US"/>
        </a:p>
      </dgm:t>
    </dgm:pt>
    <dgm:pt modelId="{07272B08-D7FD-4DB0-BEE8-2953D67AFE44}" type="pres">
      <dgm:prSet presAssocID="{B4A9762C-1494-44A1-A23D-7799FDA754B6}" presName="root" presStyleCnt="0">
        <dgm:presLayoutVars>
          <dgm:dir/>
          <dgm:resizeHandles val="exact"/>
        </dgm:presLayoutVars>
      </dgm:prSet>
      <dgm:spPr/>
    </dgm:pt>
    <dgm:pt modelId="{EF77ED1F-C822-4CDA-9FC5-B45961C95D8E}" type="pres">
      <dgm:prSet presAssocID="{5DBBEBD6-10AE-4930-80B5-A6670BEE2713}" presName="compNode" presStyleCnt="0"/>
      <dgm:spPr/>
    </dgm:pt>
    <dgm:pt modelId="{BEB66670-EB25-4389-9177-F23199BFAFE4}" type="pres">
      <dgm:prSet presAssocID="{5DBBEBD6-10AE-4930-80B5-A6670BEE2713}" presName="iconBgRect" presStyleLbl="bgShp" presStyleIdx="0" presStyleCnt="5"/>
      <dgm:spPr>
        <a:prstGeom prst="round2DiagRect">
          <a:avLst>
            <a:gd name="adj1" fmla="val 29727"/>
            <a:gd name="adj2" fmla="val 0"/>
          </a:avLst>
        </a:prstGeom>
      </dgm:spPr>
    </dgm:pt>
    <dgm:pt modelId="{E452303A-0383-4EE7-BB9D-1EF52FD27744}" type="pres">
      <dgm:prSet presAssocID="{5DBBEBD6-10AE-4930-80B5-A6670BEE2713}"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urtle"/>
        </a:ext>
      </dgm:extLst>
    </dgm:pt>
    <dgm:pt modelId="{96D55A7D-0543-4C62-BA94-471DE3EC7C3F}" type="pres">
      <dgm:prSet presAssocID="{5DBBEBD6-10AE-4930-80B5-A6670BEE2713}" presName="spaceRect" presStyleCnt="0"/>
      <dgm:spPr/>
    </dgm:pt>
    <dgm:pt modelId="{0AA5A20A-CB4D-4AAC-9165-AEDDADEE9FB1}" type="pres">
      <dgm:prSet presAssocID="{5DBBEBD6-10AE-4930-80B5-A6670BEE2713}" presName="textRect" presStyleLbl="revTx" presStyleIdx="0" presStyleCnt="5">
        <dgm:presLayoutVars>
          <dgm:chMax val="1"/>
          <dgm:chPref val="1"/>
        </dgm:presLayoutVars>
      </dgm:prSet>
      <dgm:spPr/>
    </dgm:pt>
    <dgm:pt modelId="{002DEDE3-2905-4195-94DB-8CD2E4BF2D87}" type="pres">
      <dgm:prSet presAssocID="{B01CE155-7504-42E6-8FF6-84742D9753AB}" presName="sibTrans" presStyleCnt="0"/>
      <dgm:spPr/>
    </dgm:pt>
    <dgm:pt modelId="{6D6529E6-6C9E-40B9-8B1A-105C22C6EBF7}" type="pres">
      <dgm:prSet presAssocID="{042D64A7-F142-4175-BF3F-5FD143ACF487}" presName="compNode" presStyleCnt="0"/>
      <dgm:spPr/>
    </dgm:pt>
    <dgm:pt modelId="{13C4C5DC-B334-4FD7-B55B-87A9A93D1099}" type="pres">
      <dgm:prSet presAssocID="{042D64A7-F142-4175-BF3F-5FD143ACF487}" presName="iconBgRect" presStyleLbl="bgShp" presStyleIdx="1" presStyleCnt="5"/>
      <dgm:spPr>
        <a:prstGeom prst="round2DiagRect">
          <a:avLst>
            <a:gd name="adj1" fmla="val 29727"/>
            <a:gd name="adj2" fmla="val 0"/>
          </a:avLst>
        </a:prstGeom>
      </dgm:spPr>
    </dgm:pt>
    <dgm:pt modelId="{A5FEBC6D-D75C-4D18-B6BB-0C3FEA4A7204}" type="pres">
      <dgm:prSet presAssocID="{042D64A7-F142-4175-BF3F-5FD143ACF487}"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w Temperature"/>
        </a:ext>
      </dgm:extLst>
    </dgm:pt>
    <dgm:pt modelId="{FF6CC6ED-5B82-421C-82FF-1CD2EE031AA2}" type="pres">
      <dgm:prSet presAssocID="{042D64A7-F142-4175-BF3F-5FD143ACF487}" presName="spaceRect" presStyleCnt="0"/>
      <dgm:spPr/>
    </dgm:pt>
    <dgm:pt modelId="{C73BA0CA-8C87-45BC-AC8E-4B4A56B14470}" type="pres">
      <dgm:prSet presAssocID="{042D64A7-F142-4175-BF3F-5FD143ACF487}" presName="textRect" presStyleLbl="revTx" presStyleIdx="1" presStyleCnt="5">
        <dgm:presLayoutVars>
          <dgm:chMax val="1"/>
          <dgm:chPref val="1"/>
        </dgm:presLayoutVars>
      </dgm:prSet>
      <dgm:spPr/>
    </dgm:pt>
    <dgm:pt modelId="{CCC003B8-C81C-4616-96A9-55647E025DB2}" type="pres">
      <dgm:prSet presAssocID="{2C007FC3-4E25-4998-BE05-E5985B991CD7}" presName="sibTrans" presStyleCnt="0"/>
      <dgm:spPr/>
    </dgm:pt>
    <dgm:pt modelId="{1879A2A8-8762-48F1-8E8D-994818F89028}" type="pres">
      <dgm:prSet presAssocID="{6D9DA837-0A8D-45A2-9844-242082C7912B}" presName="compNode" presStyleCnt="0"/>
      <dgm:spPr/>
    </dgm:pt>
    <dgm:pt modelId="{F8D51934-F1E2-4820-B3B2-03D6690965BE}" type="pres">
      <dgm:prSet presAssocID="{6D9DA837-0A8D-45A2-9844-242082C7912B}" presName="iconBgRect" presStyleLbl="bgShp" presStyleIdx="2" presStyleCnt="5"/>
      <dgm:spPr>
        <a:prstGeom prst="round2DiagRect">
          <a:avLst>
            <a:gd name="adj1" fmla="val 29727"/>
            <a:gd name="adj2" fmla="val 0"/>
          </a:avLst>
        </a:prstGeom>
      </dgm:spPr>
    </dgm:pt>
    <dgm:pt modelId="{2ACC0BC8-3245-4842-9E8D-211A18DFE8AE}" type="pres">
      <dgm:prSet presAssocID="{6D9DA837-0A8D-45A2-9844-242082C7912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B"/>
        </a:ext>
      </dgm:extLst>
    </dgm:pt>
    <dgm:pt modelId="{A840DE6B-0BED-4235-94A8-DBCE295E089E}" type="pres">
      <dgm:prSet presAssocID="{6D9DA837-0A8D-45A2-9844-242082C7912B}" presName="spaceRect" presStyleCnt="0"/>
      <dgm:spPr/>
    </dgm:pt>
    <dgm:pt modelId="{4CADABA3-B87B-4E05-87E1-F0B105EFECA3}" type="pres">
      <dgm:prSet presAssocID="{6D9DA837-0A8D-45A2-9844-242082C7912B}" presName="textRect" presStyleLbl="revTx" presStyleIdx="2" presStyleCnt="5">
        <dgm:presLayoutVars>
          <dgm:chMax val="1"/>
          <dgm:chPref val="1"/>
        </dgm:presLayoutVars>
      </dgm:prSet>
      <dgm:spPr/>
    </dgm:pt>
    <dgm:pt modelId="{4E15692A-2BF8-4256-AA32-23B196731177}" type="pres">
      <dgm:prSet presAssocID="{924D36BF-3B61-452B-9C42-0181A9DCA1A2}" presName="sibTrans" presStyleCnt="0"/>
      <dgm:spPr/>
    </dgm:pt>
    <dgm:pt modelId="{7375D1D3-F9B5-4A8C-AA99-ED267733298B}" type="pres">
      <dgm:prSet presAssocID="{E798F8C7-C0D5-4797-A7D8-84330A2ADC58}" presName="compNode" presStyleCnt="0"/>
      <dgm:spPr/>
    </dgm:pt>
    <dgm:pt modelId="{27D31FAD-AC9A-4443-8C11-C126E824A5C1}" type="pres">
      <dgm:prSet presAssocID="{E798F8C7-C0D5-4797-A7D8-84330A2ADC58}" presName="iconBgRect" presStyleLbl="bgShp" presStyleIdx="3" presStyleCnt="5"/>
      <dgm:spPr>
        <a:prstGeom prst="round2DiagRect">
          <a:avLst>
            <a:gd name="adj1" fmla="val 29727"/>
            <a:gd name="adj2" fmla="val 0"/>
          </a:avLst>
        </a:prstGeom>
      </dgm:spPr>
    </dgm:pt>
    <dgm:pt modelId="{A784ACDF-E1F2-48F0-8D20-55E7C2E23888}" type="pres">
      <dgm:prSet presAssocID="{E798F8C7-C0D5-4797-A7D8-84330A2ADC58}"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ed Bump"/>
        </a:ext>
      </dgm:extLst>
    </dgm:pt>
    <dgm:pt modelId="{A5B67CCE-77FA-47B9-AC0A-18E08317CDC4}" type="pres">
      <dgm:prSet presAssocID="{E798F8C7-C0D5-4797-A7D8-84330A2ADC58}" presName="spaceRect" presStyleCnt="0"/>
      <dgm:spPr/>
    </dgm:pt>
    <dgm:pt modelId="{BE322881-C775-4D2B-BCB4-99EE02C3BA9A}" type="pres">
      <dgm:prSet presAssocID="{E798F8C7-C0D5-4797-A7D8-84330A2ADC58}" presName="textRect" presStyleLbl="revTx" presStyleIdx="3" presStyleCnt="5">
        <dgm:presLayoutVars>
          <dgm:chMax val="1"/>
          <dgm:chPref val="1"/>
        </dgm:presLayoutVars>
      </dgm:prSet>
      <dgm:spPr/>
    </dgm:pt>
    <dgm:pt modelId="{2046DFF7-07FB-400A-8FD2-05B710C16BB4}" type="pres">
      <dgm:prSet presAssocID="{B3F28CF1-5F16-406D-BEDF-6182F53C9FFF}" presName="sibTrans" presStyleCnt="0"/>
      <dgm:spPr/>
    </dgm:pt>
    <dgm:pt modelId="{DBE36B31-1D4E-4E8B-8438-FC350833519C}" type="pres">
      <dgm:prSet presAssocID="{88D57386-7DAD-413A-B152-B4FB671814BD}" presName="compNode" presStyleCnt="0"/>
      <dgm:spPr/>
    </dgm:pt>
    <dgm:pt modelId="{DDF25618-AE3E-4B34-937F-919D5B56CAE3}" type="pres">
      <dgm:prSet presAssocID="{88D57386-7DAD-413A-B152-B4FB671814BD}" presName="iconBgRect" presStyleLbl="bgShp" presStyleIdx="4" presStyleCnt="5"/>
      <dgm:spPr>
        <a:prstGeom prst="round2DiagRect">
          <a:avLst>
            <a:gd name="adj1" fmla="val 29727"/>
            <a:gd name="adj2" fmla="val 0"/>
          </a:avLst>
        </a:prstGeom>
      </dgm:spPr>
    </dgm:pt>
    <dgm:pt modelId="{AD0F319B-6198-41AB-9CF9-E4C961D4FA33}" type="pres">
      <dgm:prSet presAssocID="{88D57386-7DAD-413A-B152-B4FB671814B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Robber"/>
        </a:ext>
      </dgm:extLst>
    </dgm:pt>
    <dgm:pt modelId="{F4AE41A0-F8C7-4A54-85E9-C0FE94B717E7}" type="pres">
      <dgm:prSet presAssocID="{88D57386-7DAD-413A-B152-B4FB671814BD}" presName="spaceRect" presStyleCnt="0"/>
      <dgm:spPr/>
    </dgm:pt>
    <dgm:pt modelId="{C15C2524-A057-4917-A1B8-B123ACCC27EA}" type="pres">
      <dgm:prSet presAssocID="{88D57386-7DAD-413A-B152-B4FB671814BD}" presName="textRect" presStyleLbl="revTx" presStyleIdx="4" presStyleCnt="5">
        <dgm:presLayoutVars>
          <dgm:chMax val="1"/>
          <dgm:chPref val="1"/>
        </dgm:presLayoutVars>
      </dgm:prSet>
      <dgm:spPr/>
    </dgm:pt>
  </dgm:ptLst>
  <dgm:cxnLst>
    <dgm:cxn modelId="{35404D0B-AF26-4421-BADE-5CBB4B2FA25D}" type="presOf" srcId="{B4A9762C-1494-44A1-A23D-7799FDA754B6}" destId="{07272B08-D7FD-4DB0-BEE8-2953D67AFE44}" srcOrd="0" destOrd="0" presId="urn:microsoft.com/office/officeart/2018/5/layout/IconLeafLabelList"/>
    <dgm:cxn modelId="{FF274C0C-11B8-44D8-8E45-6A1C17BF0813}" srcId="{B4A9762C-1494-44A1-A23D-7799FDA754B6}" destId="{E798F8C7-C0D5-4797-A7D8-84330A2ADC58}" srcOrd="3" destOrd="0" parTransId="{72373B11-0809-4D78-8F1B-C3EED1B87ADA}" sibTransId="{B3F28CF1-5F16-406D-BEDF-6182F53C9FFF}"/>
    <dgm:cxn modelId="{7F154733-8E0A-49FF-8536-B70C747FAF95}" srcId="{B4A9762C-1494-44A1-A23D-7799FDA754B6}" destId="{042D64A7-F142-4175-BF3F-5FD143ACF487}" srcOrd="1" destOrd="0" parTransId="{CE620FDF-0748-4CAE-80FA-3B01B2AA74A0}" sibTransId="{2C007FC3-4E25-4998-BE05-E5985B991CD7}"/>
    <dgm:cxn modelId="{C8E2D765-BEC6-4D38-BB16-D31A7D712EC3}" type="presOf" srcId="{5DBBEBD6-10AE-4930-80B5-A6670BEE2713}" destId="{0AA5A20A-CB4D-4AAC-9165-AEDDADEE9FB1}" srcOrd="0" destOrd="0" presId="urn:microsoft.com/office/officeart/2018/5/layout/IconLeafLabelList"/>
    <dgm:cxn modelId="{CF90EF66-2709-487A-AAE8-F537BBBC50E9}" type="presOf" srcId="{042D64A7-F142-4175-BF3F-5FD143ACF487}" destId="{C73BA0CA-8C87-45BC-AC8E-4B4A56B14470}" srcOrd="0" destOrd="0" presId="urn:microsoft.com/office/officeart/2018/5/layout/IconLeafLabelList"/>
    <dgm:cxn modelId="{AD74C470-75E9-4335-B9AA-51DE089CBC83}" type="presOf" srcId="{88D57386-7DAD-413A-B152-B4FB671814BD}" destId="{C15C2524-A057-4917-A1B8-B123ACCC27EA}" srcOrd="0" destOrd="0" presId="urn:microsoft.com/office/officeart/2018/5/layout/IconLeafLabelList"/>
    <dgm:cxn modelId="{CA19A576-F6D4-4016-902A-44435F52E1AC}" type="presOf" srcId="{6D9DA837-0A8D-45A2-9844-242082C7912B}" destId="{4CADABA3-B87B-4E05-87E1-F0B105EFECA3}" srcOrd="0" destOrd="0" presId="urn:microsoft.com/office/officeart/2018/5/layout/IconLeafLabelList"/>
    <dgm:cxn modelId="{03AA2B80-2F32-4B49-B4D1-9B95D6E515F3}" type="presOf" srcId="{E798F8C7-C0D5-4797-A7D8-84330A2ADC58}" destId="{BE322881-C775-4D2B-BCB4-99EE02C3BA9A}" srcOrd="0" destOrd="0" presId="urn:microsoft.com/office/officeart/2018/5/layout/IconLeafLabelList"/>
    <dgm:cxn modelId="{90E62E81-25DE-4EB0-BC61-BFA296DAC72B}" srcId="{B4A9762C-1494-44A1-A23D-7799FDA754B6}" destId="{88D57386-7DAD-413A-B152-B4FB671814BD}" srcOrd="4" destOrd="0" parTransId="{4151610F-C6A3-4E21-8D51-399B881BBD73}" sibTransId="{411A0510-0C27-46A6-BB61-D4D875826AAC}"/>
    <dgm:cxn modelId="{972991C0-E04C-4EBD-A847-454E3E01A179}" srcId="{B4A9762C-1494-44A1-A23D-7799FDA754B6}" destId="{6D9DA837-0A8D-45A2-9844-242082C7912B}" srcOrd="2" destOrd="0" parTransId="{4F9F2F6F-3679-4A9C-8CAB-86994E9F244C}" sibTransId="{924D36BF-3B61-452B-9C42-0181A9DCA1A2}"/>
    <dgm:cxn modelId="{1CC825C3-97E0-48AF-A943-D5E29004042D}" srcId="{B4A9762C-1494-44A1-A23D-7799FDA754B6}" destId="{5DBBEBD6-10AE-4930-80B5-A6670BEE2713}" srcOrd="0" destOrd="0" parTransId="{07300EE1-42E9-4A79-8CD8-592A8B0B61AC}" sibTransId="{B01CE155-7504-42E6-8FF6-84742D9753AB}"/>
    <dgm:cxn modelId="{7843FA90-8054-4328-AF3A-4DE7B9910AAC}" type="presParOf" srcId="{07272B08-D7FD-4DB0-BEE8-2953D67AFE44}" destId="{EF77ED1F-C822-4CDA-9FC5-B45961C95D8E}" srcOrd="0" destOrd="0" presId="urn:microsoft.com/office/officeart/2018/5/layout/IconLeafLabelList"/>
    <dgm:cxn modelId="{6D6C68F6-B3CA-452F-A365-5374FE4316DE}" type="presParOf" srcId="{EF77ED1F-C822-4CDA-9FC5-B45961C95D8E}" destId="{BEB66670-EB25-4389-9177-F23199BFAFE4}" srcOrd="0" destOrd="0" presId="urn:microsoft.com/office/officeart/2018/5/layout/IconLeafLabelList"/>
    <dgm:cxn modelId="{AA4F447F-687B-4156-85F0-67B6346F7FA8}" type="presParOf" srcId="{EF77ED1F-C822-4CDA-9FC5-B45961C95D8E}" destId="{E452303A-0383-4EE7-BB9D-1EF52FD27744}" srcOrd="1" destOrd="0" presId="urn:microsoft.com/office/officeart/2018/5/layout/IconLeafLabelList"/>
    <dgm:cxn modelId="{5CB6E8B0-E003-4BE2-90F1-C1894F4EA78B}" type="presParOf" srcId="{EF77ED1F-C822-4CDA-9FC5-B45961C95D8E}" destId="{96D55A7D-0543-4C62-BA94-471DE3EC7C3F}" srcOrd="2" destOrd="0" presId="urn:microsoft.com/office/officeart/2018/5/layout/IconLeafLabelList"/>
    <dgm:cxn modelId="{22A137E9-B65F-4B80-9991-81F6A326D295}" type="presParOf" srcId="{EF77ED1F-C822-4CDA-9FC5-B45961C95D8E}" destId="{0AA5A20A-CB4D-4AAC-9165-AEDDADEE9FB1}" srcOrd="3" destOrd="0" presId="urn:microsoft.com/office/officeart/2018/5/layout/IconLeafLabelList"/>
    <dgm:cxn modelId="{1A996E9C-1939-4DEB-A9B3-F151207DA894}" type="presParOf" srcId="{07272B08-D7FD-4DB0-BEE8-2953D67AFE44}" destId="{002DEDE3-2905-4195-94DB-8CD2E4BF2D87}" srcOrd="1" destOrd="0" presId="urn:microsoft.com/office/officeart/2018/5/layout/IconLeafLabelList"/>
    <dgm:cxn modelId="{3FB9C606-F249-41FD-A2FF-76BE534BC2E5}" type="presParOf" srcId="{07272B08-D7FD-4DB0-BEE8-2953D67AFE44}" destId="{6D6529E6-6C9E-40B9-8B1A-105C22C6EBF7}" srcOrd="2" destOrd="0" presId="urn:microsoft.com/office/officeart/2018/5/layout/IconLeafLabelList"/>
    <dgm:cxn modelId="{D927FE6A-5C92-4311-937F-5F957002EAD9}" type="presParOf" srcId="{6D6529E6-6C9E-40B9-8B1A-105C22C6EBF7}" destId="{13C4C5DC-B334-4FD7-B55B-87A9A93D1099}" srcOrd="0" destOrd="0" presId="urn:microsoft.com/office/officeart/2018/5/layout/IconLeafLabelList"/>
    <dgm:cxn modelId="{93D25A65-4E80-45C9-80E2-F9F14FDAAAD7}" type="presParOf" srcId="{6D6529E6-6C9E-40B9-8B1A-105C22C6EBF7}" destId="{A5FEBC6D-D75C-4D18-B6BB-0C3FEA4A7204}" srcOrd="1" destOrd="0" presId="urn:microsoft.com/office/officeart/2018/5/layout/IconLeafLabelList"/>
    <dgm:cxn modelId="{1592827C-064D-4798-9989-808F06BA02B8}" type="presParOf" srcId="{6D6529E6-6C9E-40B9-8B1A-105C22C6EBF7}" destId="{FF6CC6ED-5B82-421C-82FF-1CD2EE031AA2}" srcOrd="2" destOrd="0" presId="urn:microsoft.com/office/officeart/2018/5/layout/IconLeafLabelList"/>
    <dgm:cxn modelId="{F9E66CEE-1D2B-40B0-B7A5-31C77FC53030}" type="presParOf" srcId="{6D6529E6-6C9E-40B9-8B1A-105C22C6EBF7}" destId="{C73BA0CA-8C87-45BC-AC8E-4B4A56B14470}" srcOrd="3" destOrd="0" presId="urn:microsoft.com/office/officeart/2018/5/layout/IconLeafLabelList"/>
    <dgm:cxn modelId="{317D7CDE-BAA9-402E-BD0C-5CDEF1DC9318}" type="presParOf" srcId="{07272B08-D7FD-4DB0-BEE8-2953D67AFE44}" destId="{CCC003B8-C81C-4616-96A9-55647E025DB2}" srcOrd="3" destOrd="0" presId="urn:microsoft.com/office/officeart/2018/5/layout/IconLeafLabelList"/>
    <dgm:cxn modelId="{210E53FD-EC75-4F60-A185-DE8C80613894}" type="presParOf" srcId="{07272B08-D7FD-4DB0-BEE8-2953D67AFE44}" destId="{1879A2A8-8762-48F1-8E8D-994818F89028}" srcOrd="4" destOrd="0" presId="urn:microsoft.com/office/officeart/2018/5/layout/IconLeafLabelList"/>
    <dgm:cxn modelId="{6267955C-6FC4-4D2B-B499-191F184FE87C}" type="presParOf" srcId="{1879A2A8-8762-48F1-8E8D-994818F89028}" destId="{F8D51934-F1E2-4820-B3B2-03D6690965BE}" srcOrd="0" destOrd="0" presId="urn:microsoft.com/office/officeart/2018/5/layout/IconLeafLabelList"/>
    <dgm:cxn modelId="{B29D3A1E-1DE8-4739-8D36-1FF6C269421C}" type="presParOf" srcId="{1879A2A8-8762-48F1-8E8D-994818F89028}" destId="{2ACC0BC8-3245-4842-9E8D-211A18DFE8AE}" srcOrd="1" destOrd="0" presId="urn:microsoft.com/office/officeart/2018/5/layout/IconLeafLabelList"/>
    <dgm:cxn modelId="{220F8816-CCC5-463D-BBDF-FAB088683498}" type="presParOf" srcId="{1879A2A8-8762-48F1-8E8D-994818F89028}" destId="{A840DE6B-0BED-4235-94A8-DBCE295E089E}" srcOrd="2" destOrd="0" presId="urn:microsoft.com/office/officeart/2018/5/layout/IconLeafLabelList"/>
    <dgm:cxn modelId="{0F27E10C-0A2F-4AC6-A0E1-66524C1203E0}" type="presParOf" srcId="{1879A2A8-8762-48F1-8E8D-994818F89028}" destId="{4CADABA3-B87B-4E05-87E1-F0B105EFECA3}" srcOrd="3" destOrd="0" presId="urn:microsoft.com/office/officeart/2018/5/layout/IconLeafLabelList"/>
    <dgm:cxn modelId="{6E47AA40-3C8A-402D-AAA7-C43A0CF62CEF}" type="presParOf" srcId="{07272B08-D7FD-4DB0-BEE8-2953D67AFE44}" destId="{4E15692A-2BF8-4256-AA32-23B196731177}" srcOrd="5" destOrd="0" presId="urn:microsoft.com/office/officeart/2018/5/layout/IconLeafLabelList"/>
    <dgm:cxn modelId="{4AB3A06A-DB11-42AB-B2D7-06EB2646B87E}" type="presParOf" srcId="{07272B08-D7FD-4DB0-BEE8-2953D67AFE44}" destId="{7375D1D3-F9B5-4A8C-AA99-ED267733298B}" srcOrd="6" destOrd="0" presId="urn:microsoft.com/office/officeart/2018/5/layout/IconLeafLabelList"/>
    <dgm:cxn modelId="{B8A8B7FE-8341-445B-BF30-6A61264948B6}" type="presParOf" srcId="{7375D1D3-F9B5-4A8C-AA99-ED267733298B}" destId="{27D31FAD-AC9A-4443-8C11-C126E824A5C1}" srcOrd="0" destOrd="0" presId="urn:microsoft.com/office/officeart/2018/5/layout/IconLeafLabelList"/>
    <dgm:cxn modelId="{7B95E648-B229-4909-A56A-320E6BD58F91}" type="presParOf" srcId="{7375D1D3-F9B5-4A8C-AA99-ED267733298B}" destId="{A784ACDF-E1F2-48F0-8D20-55E7C2E23888}" srcOrd="1" destOrd="0" presId="urn:microsoft.com/office/officeart/2018/5/layout/IconLeafLabelList"/>
    <dgm:cxn modelId="{602E58F3-AB1A-4828-BCAD-270E34FA171D}" type="presParOf" srcId="{7375D1D3-F9B5-4A8C-AA99-ED267733298B}" destId="{A5B67CCE-77FA-47B9-AC0A-18E08317CDC4}" srcOrd="2" destOrd="0" presId="urn:microsoft.com/office/officeart/2018/5/layout/IconLeafLabelList"/>
    <dgm:cxn modelId="{362A220B-ED9A-4246-9898-71000B6B65D8}" type="presParOf" srcId="{7375D1D3-F9B5-4A8C-AA99-ED267733298B}" destId="{BE322881-C775-4D2B-BCB4-99EE02C3BA9A}" srcOrd="3" destOrd="0" presId="urn:microsoft.com/office/officeart/2018/5/layout/IconLeafLabelList"/>
    <dgm:cxn modelId="{97A03E08-5F23-420C-B7D4-F710F85E94A2}" type="presParOf" srcId="{07272B08-D7FD-4DB0-BEE8-2953D67AFE44}" destId="{2046DFF7-07FB-400A-8FD2-05B710C16BB4}" srcOrd="7" destOrd="0" presId="urn:microsoft.com/office/officeart/2018/5/layout/IconLeafLabelList"/>
    <dgm:cxn modelId="{CF9A26FA-7F69-4A42-A48F-B638D253ECDC}" type="presParOf" srcId="{07272B08-D7FD-4DB0-BEE8-2953D67AFE44}" destId="{DBE36B31-1D4E-4E8B-8438-FC350833519C}" srcOrd="8" destOrd="0" presId="urn:microsoft.com/office/officeart/2018/5/layout/IconLeafLabelList"/>
    <dgm:cxn modelId="{45ADC29E-5EAA-4F9C-8437-D51510B64DC1}" type="presParOf" srcId="{DBE36B31-1D4E-4E8B-8438-FC350833519C}" destId="{DDF25618-AE3E-4B34-937F-919D5B56CAE3}" srcOrd="0" destOrd="0" presId="urn:microsoft.com/office/officeart/2018/5/layout/IconLeafLabelList"/>
    <dgm:cxn modelId="{8C609AE3-1E6B-4DB5-8A35-0A635D13B20D}" type="presParOf" srcId="{DBE36B31-1D4E-4E8B-8438-FC350833519C}" destId="{AD0F319B-6198-41AB-9CF9-E4C961D4FA33}" srcOrd="1" destOrd="0" presId="urn:microsoft.com/office/officeart/2018/5/layout/IconLeafLabelList"/>
    <dgm:cxn modelId="{EB59BB79-780F-4BD8-B9FD-2092413CED29}" type="presParOf" srcId="{DBE36B31-1D4E-4E8B-8438-FC350833519C}" destId="{F4AE41A0-F8C7-4A54-85E9-C0FE94B717E7}" srcOrd="2" destOrd="0" presId="urn:microsoft.com/office/officeart/2018/5/layout/IconLeafLabelList"/>
    <dgm:cxn modelId="{6143B9E4-1F38-41A3-80D9-50E385874349}" type="presParOf" srcId="{DBE36B31-1D4E-4E8B-8438-FC350833519C}" destId="{C15C2524-A057-4917-A1B8-B123ACCC27E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B137FC-6560-4E65-B321-239271A5E4A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33AEC2B-7961-4D4F-A98B-A7C505051952}">
      <dgm:prSet/>
      <dgm:spPr/>
      <dgm:t>
        <a:bodyPr/>
        <a:lstStyle/>
        <a:p>
          <a:pPr>
            <a:lnSpc>
              <a:spcPct val="100000"/>
            </a:lnSpc>
          </a:pPr>
          <a:r>
            <a:rPr lang="en-US"/>
            <a:t>“Remote exploitation techniques are used to exploit a product or a component of a product by an attacker who does not have access to the computer being targeted” (O’Reilly, 2024).</a:t>
          </a:r>
        </a:p>
      </dgm:t>
    </dgm:pt>
    <dgm:pt modelId="{11C4EC02-91E1-4DF0-974F-700030FE2AAC}" type="parTrans" cxnId="{3629ED75-FC1C-49D5-97B7-E98CEC6B5BDF}">
      <dgm:prSet/>
      <dgm:spPr/>
      <dgm:t>
        <a:bodyPr/>
        <a:lstStyle/>
        <a:p>
          <a:endParaRPr lang="en-US"/>
        </a:p>
      </dgm:t>
    </dgm:pt>
    <dgm:pt modelId="{4DEDE53A-4C27-49A8-97E6-B2231E62D351}" type="sibTrans" cxnId="{3629ED75-FC1C-49D5-97B7-E98CEC6B5BDF}">
      <dgm:prSet/>
      <dgm:spPr/>
      <dgm:t>
        <a:bodyPr/>
        <a:lstStyle/>
        <a:p>
          <a:endParaRPr lang="en-US"/>
        </a:p>
      </dgm:t>
    </dgm:pt>
    <dgm:pt modelId="{B3799644-8D54-4A4D-BBB7-AA74145301DE}">
      <dgm:prSet/>
      <dgm:spPr/>
      <dgm:t>
        <a:bodyPr/>
        <a:lstStyle/>
        <a:p>
          <a:pPr>
            <a:lnSpc>
              <a:spcPct val="100000"/>
            </a:lnSpc>
          </a:pPr>
          <a:r>
            <a:rPr lang="en-US"/>
            <a:t>“Once a remote connection is established, an attacker might execute adversary-controlled code, most likely with a goal to move laterally to that system” (Extrahop, 2024).</a:t>
          </a:r>
        </a:p>
      </dgm:t>
    </dgm:pt>
    <dgm:pt modelId="{91224989-FFC4-4E61-8140-B0E80C80875B}" type="parTrans" cxnId="{2326EA73-E48D-484E-B1FD-9BE69D746605}">
      <dgm:prSet/>
      <dgm:spPr/>
      <dgm:t>
        <a:bodyPr/>
        <a:lstStyle/>
        <a:p>
          <a:endParaRPr lang="en-US"/>
        </a:p>
      </dgm:t>
    </dgm:pt>
    <dgm:pt modelId="{3D934326-DB32-4709-B8D9-88FF539D1FCD}" type="sibTrans" cxnId="{2326EA73-E48D-484E-B1FD-9BE69D746605}">
      <dgm:prSet/>
      <dgm:spPr/>
      <dgm:t>
        <a:bodyPr/>
        <a:lstStyle/>
        <a:p>
          <a:endParaRPr lang="en-US"/>
        </a:p>
      </dgm:t>
    </dgm:pt>
    <dgm:pt modelId="{6E453E75-91DC-4960-AB1C-8882ED08FAC0}" type="pres">
      <dgm:prSet presAssocID="{70B137FC-6560-4E65-B321-239271A5E4A5}" presName="root" presStyleCnt="0">
        <dgm:presLayoutVars>
          <dgm:dir/>
          <dgm:resizeHandles val="exact"/>
        </dgm:presLayoutVars>
      </dgm:prSet>
      <dgm:spPr/>
    </dgm:pt>
    <dgm:pt modelId="{797AC32D-E1FE-45EF-A57B-6031567F72A8}" type="pres">
      <dgm:prSet presAssocID="{333AEC2B-7961-4D4F-A98B-A7C505051952}" presName="compNode" presStyleCnt="0"/>
      <dgm:spPr/>
    </dgm:pt>
    <dgm:pt modelId="{13E1D092-09E6-44AB-8931-0FFC89D9238A}" type="pres">
      <dgm:prSet presAssocID="{333AEC2B-7961-4D4F-A98B-A7C50505195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09EEE3E2-43A4-47A2-8BB9-1A1FFD1E6237}" type="pres">
      <dgm:prSet presAssocID="{333AEC2B-7961-4D4F-A98B-A7C505051952}" presName="spaceRect" presStyleCnt="0"/>
      <dgm:spPr/>
    </dgm:pt>
    <dgm:pt modelId="{B7C12725-64ED-4DB8-8C99-B20E18C47C6E}" type="pres">
      <dgm:prSet presAssocID="{333AEC2B-7961-4D4F-A98B-A7C505051952}" presName="textRect" presStyleLbl="revTx" presStyleIdx="0" presStyleCnt="2">
        <dgm:presLayoutVars>
          <dgm:chMax val="1"/>
          <dgm:chPref val="1"/>
        </dgm:presLayoutVars>
      </dgm:prSet>
      <dgm:spPr/>
    </dgm:pt>
    <dgm:pt modelId="{1CF7BEC0-55C6-47DA-B10F-50DAB5DE5605}" type="pres">
      <dgm:prSet presAssocID="{4DEDE53A-4C27-49A8-97E6-B2231E62D351}" presName="sibTrans" presStyleCnt="0"/>
      <dgm:spPr/>
    </dgm:pt>
    <dgm:pt modelId="{59D4B10F-1642-4963-AB3D-4BF2713502A1}" type="pres">
      <dgm:prSet presAssocID="{B3799644-8D54-4A4D-BBB7-AA74145301DE}" presName="compNode" presStyleCnt="0"/>
      <dgm:spPr/>
    </dgm:pt>
    <dgm:pt modelId="{98290A21-ADCE-4E15-B92C-7FED8F8768C6}" type="pres">
      <dgm:prSet presAssocID="{B3799644-8D54-4A4D-BBB7-AA74145301D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1CD42E4E-4B2A-4808-A64E-CDBC4B263B32}" type="pres">
      <dgm:prSet presAssocID="{B3799644-8D54-4A4D-BBB7-AA74145301DE}" presName="spaceRect" presStyleCnt="0"/>
      <dgm:spPr/>
    </dgm:pt>
    <dgm:pt modelId="{538699E1-29CB-4E20-B2A9-57B012D02FCF}" type="pres">
      <dgm:prSet presAssocID="{B3799644-8D54-4A4D-BBB7-AA74145301DE}" presName="textRect" presStyleLbl="revTx" presStyleIdx="1" presStyleCnt="2">
        <dgm:presLayoutVars>
          <dgm:chMax val="1"/>
          <dgm:chPref val="1"/>
        </dgm:presLayoutVars>
      </dgm:prSet>
      <dgm:spPr/>
    </dgm:pt>
  </dgm:ptLst>
  <dgm:cxnLst>
    <dgm:cxn modelId="{0F8DCE38-95E4-E14D-AF67-E2426A8682C1}" type="presOf" srcId="{333AEC2B-7961-4D4F-A98B-A7C505051952}" destId="{B7C12725-64ED-4DB8-8C99-B20E18C47C6E}" srcOrd="0" destOrd="0" presId="urn:microsoft.com/office/officeart/2018/2/layout/IconLabelList"/>
    <dgm:cxn modelId="{2326EA73-E48D-484E-B1FD-9BE69D746605}" srcId="{70B137FC-6560-4E65-B321-239271A5E4A5}" destId="{B3799644-8D54-4A4D-BBB7-AA74145301DE}" srcOrd="1" destOrd="0" parTransId="{91224989-FFC4-4E61-8140-B0E80C80875B}" sibTransId="{3D934326-DB32-4709-B8D9-88FF539D1FCD}"/>
    <dgm:cxn modelId="{3629ED75-FC1C-49D5-97B7-E98CEC6B5BDF}" srcId="{70B137FC-6560-4E65-B321-239271A5E4A5}" destId="{333AEC2B-7961-4D4F-A98B-A7C505051952}" srcOrd="0" destOrd="0" parTransId="{11C4EC02-91E1-4DF0-974F-700030FE2AAC}" sibTransId="{4DEDE53A-4C27-49A8-97E6-B2231E62D351}"/>
    <dgm:cxn modelId="{EFC0D57F-2FCF-7C4B-839D-01109A717225}" type="presOf" srcId="{B3799644-8D54-4A4D-BBB7-AA74145301DE}" destId="{538699E1-29CB-4E20-B2A9-57B012D02FCF}" srcOrd="0" destOrd="0" presId="urn:microsoft.com/office/officeart/2018/2/layout/IconLabelList"/>
    <dgm:cxn modelId="{94606B9E-7DD9-6E47-B852-D324AE3F8F19}" type="presOf" srcId="{70B137FC-6560-4E65-B321-239271A5E4A5}" destId="{6E453E75-91DC-4960-AB1C-8882ED08FAC0}" srcOrd="0" destOrd="0" presId="urn:microsoft.com/office/officeart/2018/2/layout/IconLabelList"/>
    <dgm:cxn modelId="{E7DF9C90-E188-9B4D-8AFB-10D689DB3808}" type="presParOf" srcId="{6E453E75-91DC-4960-AB1C-8882ED08FAC0}" destId="{797AC32D-E1FE-45EF-A57B-6031567F72A8}" srcOrd="0" destOrd="0" presId="urn:microsoft.com/office/officeart/2018/2/layout/IconLabelList"/>
    <dgm:cxn modelId="{B364C534-700D-844F-AD05-FB74F5B9320B}" type="presParOf" srcId="{797AC32D-E1FE-45EF-A57B-6031567F72A8}" destId="{13E1D092-09E6-44AB-8931-0FFC89D9238A}" srcOrd="0" destOrd="0" presId="urn:microsoft.com/office/officeart/2018/2/layout/IconLabelList"/>
    <dgm:cxn modelId="{751322AC-1A27-D04F-8B40-07FB7E3E265A}" type="presParOf" srcId="{797AC32D-E1FE-45EF-A57B-6031567F72A8}" destId="{09EEE3E2-43A4-47A2-8BB9-1A1FFD1E6237}" srcOrd="1" destOrd="0" presId="urn:microsoft.com/office/officeart/2018/2/layout/IconLabelList"/>
    <dgm:cxn modelId="{324425F9-001D-844A-812F-FAB981A83DB7}" type="presParOf" srcId="{797AC32D-E1FE-45EF-A57B-6031567F72A8}" destId="{B7C12725-64ED-4DB8-8C99-B20E18C47C6E}" srcOrd="2" destOrd="0" presId="urn:microsoft.com/office/officeart/2018/2/layout/IconLabelList"/>
    <dgm:cxn modelId="{76F267C7-5154-9C48-9436-0B330420B0E7}" type="presParOf" srcId="{6E453E75-91DC-4960-AB1C-8882ED08FAC0}" destId="{1CF7BEC0-55C6-47DA-B10F-50DAB5DE5605}" srcOrd="1" destOrd="0" presId="urn:microsoft.com/office/officeart/2018/2/layout/IconLabelList"/>
    <dgm:cxn modelId="{AF3474E3-4755-6646-80D3-BEB98E2A3DA2}" type="presParOf" srcId="{6E453E75-91DC-4960-AB1C-8882ED08FAC0}" destId="{59D4B10F-1642-4963-AB3D-4BF2713502A1}" srcOrd="2" destOrd="0" presId="urn:microsoft.com/office/officeart/2018/2/layout/IconLabelList"/>
    <dgm:cxn modelId="{C4CF71CF-6FE8-8044-98F2-F8E7076A1069}" type="presParOf" srcId="{59D4B10F-1642-4963-AB3D-4BF2713502A1}" destId="{98290A21-ADCE-4E15-B92C-7FED8F8768C6}" srcOrd="0" destOrd="0" presId="urn:microsoft.com/office/officeart/2018/2/layout/IconLabelList"/>
    <dgm:cxn modelId="{672E9009-DF4B-2248-8366-F437CAF3517D}" type="presParOf" srcId="{59D4B10F-1642-4963-AB3D-4BF2713502A1}" destId="{1CD42E4E-4B2A-4808-A64E-CDBC4B263B32}" srcOrd="1" destOrd="0" presId="urn:microsoft.com/office/officeart/2018/2/layout/IconLabelList"/>
    <dgm:cxn modelId="{6738E12E-4B61-A84F-B4C6-D7219F007F88}" type="presParOf" srcId="{59D4B10F-1642-4963-AB3D-4BF2713502A1}" destId="{538699E1-29CB-4E20-B2A9-57B012D02FC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50671-892A-4378-9605-8C6319961CE7}">
      <dsp:nvSpPr>
        <dsp:cNvPr id="0" name=""/>
        <dsp:cNvSpPr/>
      </dsp:nvSpPr>
      <dsp:spPr>
        <a:xfrm>
          <a:off x="0" y="3635"/>
          <a:ext cx="7084788" cy="17002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9566DC-4F8E-4C24-B7A7-92068D4F4382}">
      <dsp:nvSpPr>
        <dsp:cNvPr id="0" name=""/>
        <dsp:cNvSpPr/>
      </dsp:nvSpPr>
      <dsp:spPr>
        <a:xfrm>
          <a:off x="514313" y="386182"/>
          <a:ext cx="935114" cy="9351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86A4EB-ACFB-4135-B059-38BFE1FAAAA0}">
      <dsp:nvSpPr>
        <dsp:cNvPr id="0" name=""/>
        <dsp:cNvSpPr/>
      </dsp:nvSpPr>
      <dsp:spPr>
        <a:xfrm>
          <a:off x="1963741" y="3635"/>
          <a:ext cx="3188154" cy="1700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939" tIns="179939" rIns="179939" bIns="179939" numCol="1" spcCol="1270" anchor="ctr" anchorCtr="0">
          <a:noAutofit/>
        </a:bodyPr>
        <a:lstStyle/>
        <a:p>
          <a:pPr marL="0" lvl="0" indent="0" algn="l" defTabSz="1022350">
            <a:lnSpc>
              <a:spcPct val="90000"/>
            </a:lnSpc>
            <a:spcBef>
              <a:spcPct val="0"/>
            </a:spcBef>
            <a:spcAft>
              <a:spcPct val="35000"/>
            </a:spcAft>
            <a:buNone/>
          </a:pPr>
          <a:r>
            <a:rPr lang="en-US" sz="2300" kern="1200"/>
            <a:t>There are 7 Common methods to how a phone can be Compromised:</a:t>
          </a:r>
        </a:p>
      </dsp:txBody>
      <dsp:txXfrm>
        <a:off x="1963741" y="3635"/>
        <a:ext cx="3188154" cy="1700208"/>
      </dsp:txXfrm>
    </dsp:sp>
    <dsp:sp modelId="{37D4673F-2A5D-477C-A0D5-327C3B85239A}">
      <dsp:nvSpPr>
        <dsp:cNvPr id="0" name=""/>
        <dsp:cNvSpPr/>
      </dsp:nvSpPr>
      <dsp:spPr>
        <a:xfrm>
          <a:off x="5151895" y="3635"/>
          <a:ext cx="1930972" cy="1700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939" tIns="179939" rIns="179939" bIns="179939" numCol="1" spcCol="1270" anchor="ctr" anchorCtr="0">
          <a:noAutofit/>
        </a:bodyPr>
        <a:lstStyle/>
        <a:p>
          <a:pPr marL="0" lvl="0" indent="0" algn="l" defTabSz="488950">
            <a:lnSpc>
              <a:spcPct val="90000"/>
            </a:lnSpc>
            <a:spcBef>
              <a:spcPct val="0"/>
            </a:spcBef>
            <a:spcAft>
              <a:spcPct val="35000"/>
            </a:spcAft>
            <a:buNone/>
          </a:pPr>
          <a:r>
            <a:rPr lang="en-US" sz="1100" kern="1200"/>
            <a:t>1. Social Engineering.</a:t>
          </a:r>
        </a:p>
        <a:p>
          <a:pPr marL="0" lvl="0" indent="0" algn="l" defTabSz="488950">
            <a:lnSpc>
              <a:spcPct val="90000"/>
            </a:lnSpc>
            <a:spcBef>
              <a:spcPct val="0"/>
            </a:spcBef>
            <a:spcAft>
              <a:spcPct val="35000"/>
            </a:spcAft>
            <a:buNone/>
          </a:pPr>
          <a:r>
            <a:rPr lang="en-US" sz="1100" kern="1200"/>
            <a:t>2. Malvertising</a:t>
          </a:r>
        </a:p>
        <a:p>
          <a:pPr marL="0" lvl="0" indent="0" algn="l" defTabSz="488950">
            <a:lnSpc>
              <a:spcPct val="90000"/>
            </a:lnSpc>
            <a:spcBef>
              <a:spcPct val="0"/>
            </a:spcBef>
            <a:spcAft>
              <a:spcPct val="35000"/>
            </a:spcAft>
            <a:buNone/>
          </a:pPr>
          <a:r>
            <a:rPr lang="en-US" sz="1100" kern="1200"/>
            <a:t>3. Smishing</a:t>
          </a:r>
        </a:p>
        <a:p>
          <a:pPr marL="0" lvl="0" indent="0" algn="l" defTabSz="488950">
            <a:lnSpc>
              <a:spcPct val="90000"/>
            </a:lnSpc>
            <a:spcBef>
              <a:spcPct val="0"/>
            </a:spcBef>
            <a:spcAft>
              <a:spcPct val="35000"/>
            </a:spcAft>
            <a:buNone/>
          </a:pPr>
          <a:r>
            <a:rPr lang="en-US" sz="1100" kern="1200"/>
            <a:t>4. Malware</a:t>
          </a:r>
        </a:p>
        <a:p>
          <a:pPr marL="0" lvl="0" indent="0" algn="l" defTabSz="488950">
            <a:lnSpc>
              <a:spcPct val="90000"/>
            </a:lnSpc>
            <a:spcBef>
              <a:spcPct val="0"/>
            </a:spcBef>
            <a:spcAft>
              <a:spcPct val="35000"/>
            </a:spcAft>
            <a:buNone/>
          </a:pPr>
          <a:r>
            <a:rPr lang="en-US" sz="1100" kern="1200"/>
            <a:t>5. Pretexting	</a:t>
          </a:r>
        </a:p>
        <a:p>
          <a:pPr marL="0" lvl="0" indent="0" algn="l" defTabSz="488950">
            <a:lnSpc>
              <a:spcPct val="90000"/>
            </a:lnSpc>
            <a:spcBef>
              <a:spcPct val="0"/>
            </a:spcBef>
            <a:spcAft>
              <a:spcPct val="35000"/>
            </a:spcAft>
            <a:buNone/>
          </a:pPr>
          <a:r>
            <a:rPr lang="en-US" sz="1100" kern="1200"/>
            <a:t>6. Breaking in via Bluetooth</a:t>
          </a:r>
        </a:p>
        <a:p>
          <a:pPr marL="0" lvl="0" indent="0" algn="l" defTabSz="488950">
            <a:lnSpc>
              <a:spcPct val="90000"/>
            </a:lnSpc>
            <a:spcBef>
              <a:spcPct val="0"/>
            </a:spcBef>
            <a:spcAft>
              <a:spcPct val="35000"/>
            </a:spcAft>
            <a:buNone/>
          </a:pPr>
          <a:r>
            <a:rPr lang="en-US" sz="1100" kern="1200"/>
            <a:t>7. Man in the middle WIFI attacks</a:t>
          </a:r>
        </a:p>
      </dsp:txBody>
      <dsp:txXfrm>
        <a:off x="5151895" y="3635"/>
        <a:ext cx="1930972" cy="1700208"/>
      </dsp:txXfrm>
    </dsp:sp>
    <dsp:sp modelId="{8D4C262E-ACF4-4618-B416-D7188407927B}">
      <dsp:nvSpPr>
        <dsp:cNvPr id="0" name=""/>
        <dsp:cNvSpPr/>
      </dsp:nvSpPr>
      <dsp:spPr>
        <a:xfrm>
          <a:off x="0" y="2128897"/>
          <a:ext cx="7084788" cy="17002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C09B61-C2A5-4AAC-8793-FEB929DD4B34}">
      <dsp:nvSpPr>
        <dsp:cNvPr id="0" name=""/>
        <dsp:cNvSpPr/>
      </dsp:nvSpPr>
      <dsp:spPr>
        <a:xfrm>
          <a:off x="514313" y="2511444"/>
          <a:ext cx="935114" cy="9351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342BA7-B167-40F0-B8D7-CFDA5905F032}">
      <dsp:nvSpPr>
        <dsp:cNvPr id="0" name=""/>
        <dsp:cNvSpPr/>
      </dsp:nvSpPr>
      <dsp:spPr>
        <a:xfrm>
          <a:off x="1963741" y="2128897"/>
          <a:ext cx="5119127" cy="1700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939" tIns="179939" rIns="179939" bIns="179939" numCol="1" spcCol="1270" anchor="ctr" anchorCtr="0">
          <a:noAutofit/>
        </a:bodyPr>
        <a:lstStyle/>
        <a:p>
          <a:pPr marL="0" lvl="0" indent="0" algn="l" defTabSz="1022350">
            <a:lnSpc>
              <a:spcPct val="90000"/>
            </a:lnSpc>
            <a:spcBef>
              <a:spcPct val="0"/>
            </a:spcBef>
            <a:spcAft>
              <a:spcPct val="35000"/>
            </a:spcAft>
            <a:buNone/>
          </a:pPr>
          <a:r>
            <a:rPr lang="en-US" sz="2300" kern="1200" dirty="0"/>
            <a:t>Mobile security often beats PCs, but users can still be fooled and smartphones can still be hacked (</a:t>
          </a:r>
          <a:r>
            <a:rPr lang="en-US" sz="2300" kern="1200" dirty="0" err="1"/>
            <a:t>Fruhlinger</a:t>
          </a:r>
          <a:r>
            <a:rPr lang="en-US" sz="2300" kern="1200" dirty="0"/>
            <a:t>, 2021). </a:t>
          </a:r>
        </a:p>
      </dsp:txBody>
      <dsp:txXfrm>
        <a:off x="1963741" y="2128897"/>
        <a:ext cx="5119127" cy="1700208"/>
      </dsp:txXfrm>
    </dsp:sp>
    <dsp:sp modelId="{C8BEFEC6-B8C1-447B-A454-612011600D73}">
      <dsp:nvSpPr>
        <dsp:cNvPr id="0" name=""/>
        <dsp:cNvSpPr/>
      </dsp:nvSpPr>
      <dsp:spPr>
        <a:xfrm>
          <a:off x="0" y="4254158"/>
          <a:ext cx="7084788" cy="17002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DD5F77-6CC9-4F72-BFE3-B556B365CADB}">
      <dsp:nvSpPr>
        <dsp:cNvPr id="0" name=""/>
        <dsp:cNvSpPr/>
      </dsp:nvSpPr>
      <dsp:spPr>
        <a:xfrm>
          <a:off x="514313" y="4636705"/>
          <a:ext cx="935114" cy="9351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2BADC5A-F308-46BF-8140-695D8119BC61}">
      <dsp:nvSpPr>
        <dsp:cNvPr id="0" name=""/>
        <dsp:cNvSpPr/>
      </dsp:nvSpPr>
      <dsp:spPr>
        <a:xfrm>
          <a:off x="1963741" y="4254158"/>
          <a:ext cx="5119127" cy="1700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939" tIns="179939" rIns="179939" bIns="179939" numCol="1" spcCol="1270" anchor="ctr" anchorCtr="0">
          <a:noAutofit/>
        </a:bodyPr>
        <a:lstStyle/>
        <a:p>
          <a:pPr marL="0" lvl="0" indent="0" algn="l" defTabSz="1022350">
            <a:lnSpc>
              <a:spcPct val="90000"/>
            </a:lnSpc>
            <a:spcBef>
              <a:spcPct val="0"/>
            </a:spcBef>
            <a:spcAft>
              <a:spcPct val="35000"/>
            </a:spcAft>
            <a:buNone/>
          </a:pPr>
          <a:r>
            <a:rPr lang="en-US" sz="2300" kern="1200"/>
            <a:t>Even though cell phones are made to be more secure, they are not fully immune. It can happen anytime. </a:t>
          </a:r>
        </a:p>
      </dsp:txBody>
      <dsp:txXfrm>
        <a:off x="1963741" y="4254158"/>
        <a:ext cx="5119127" cy="17002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3895E5-E22B-4B6B-8D31-E6035C8B2DE6}">
      <dsp:nvSpPr>
        <dsp:cNvPr id="0" name=""/>
        <dsp:cNvSpPr/>
      </dsp:nvSpPr>
      <dsp:spPr>
        <a:xfrm>
          <a:off x="314435" y="2099169"/>
          <a:ext cx="924462" cy="92446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092433-A698-4248-BD42-2F5BF5E1AE51}">
      <dsp:nvSpPr>
        <dsp:cNvPr id="0" name=""/>
        <dsp:cNvSpPr/>
      </dsp:nvSpPr>
      <dsp:spPr>
        <a:xfrm>
          <a:off x="508572" y="2293306"/>
          <a:ext cx="536187" cy="536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85D53F-8E48-478A-B12B-BAB03C4FD256}">
      <dsp:nvSpPr>
        <dsp:cNvPr id="0" name=""/>
        <dsp:cNvSpPr/>
      </dsp:nvSpPr>
      <dsp:spPr>
        <a:xfrm>
          <a:off x="1436996" y="2099169"/>
          <a:ext cx="2179089" cy="92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(From my research, these seem to be the easiest to fall for and to be hacked.) Smishing attacks are very common, but very easy to fall for. These are text messages that contain a link that may look very legitimate. This can lead to sensitive information being stolen from the victim. </a:t>
          </a:r>
        </a:p>
      </dsp:txBody>
      <dsp:txXfrm>
        <a:off x="1436996" y="2099169"/>
        <a:ext cx="2179089" cy="924462"/>
      </dsp:txXfrm>
    </dsp:sp>
    <dsp:sp modelId="{110D4B83-5F0D-4379-A7BB-CAC3DD172279}">
      <dsp:nvSpPr>
        <dsp:cNvPr id="0" name=""/>
        <dsp:cNvSpPr/>
      </dsp:nvSpPr>
      <dsp:spPr>
        <a:xfrm>
          <a:off x="3995774" y="2099169"/>
          <a:ext cx="924462" cy="92446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973C76-BA3F-48A1-8B2D-A883149FA2DC}">
      <dsp:nvSpPr>
        <dsp:cNvPr id="0" name=""/>
        <dsp:cNvSpPr/>
      </dsp:nvSpPr>
      <dsp:spPr>
        <a:xfrm>
          <a:off x="4189912" y="2293306"/>
          <a:ext cx="536187" cy="536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1A4AC2-F86C-405F-9374-8C834A329D3E}">
      <dsp:nvSpPr>
        <dsp:cNvPr id="0" name=""/>
        <dsp:cNvSpPr/>
      </dsp:nvSpPr>
      <dsp:spPr>
        <a:xfrm>
          <a:off x="5118335" y="2099169"/>
          <a:ext cx="2179089" cy="92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Breaking in via Bluetooth is a very common way for victims to be attacked. This is because of how easy it is to get access to someone's device and attack it. This is due to the weakened security protocols. “Hackers can gain access to calls, texts, and authentication codes via Bluetooth. It becomes easier for hackers to break into your device if you leave your Bluetooth connection unregulated. Luckily, physical proximity to the device is important for Bluetooth hacking” (Shivanandhan, 2023).</a:t>
          </a:r>
        </a:p>
      </dsp:txBody>
      <dsp:txXfrm>
        <a:off x="5118335" y="2099169"/>
        <a:ext cx="2179089" cy="924462"/>
      </dsp:txXfrm>
    </dsp:sp>
    <dsp:sp modelId="{79765722-CD92-49B4-84C9-4AC931CB9E2C}">
      <dsp:nvSpPr>
        <dsp:cNvPr id="0" name=""/>
        <dsp:cNvSpPr/>
      </dsp:nvSpPr>
      <dsp:spPr>
        <a:xfrm>
          <a:off x="7677114" y="2099169"/>
          <a:ext cx="924462" cy="92446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A6DABF-9CBB-4313-BFCC-EDD228EE91D5}">
      <dsp:nvSpPr>
        <dsp:cNvPr id="0" name=""/>
        <dsp:cNvSpPr/>
      </dsp:nvSpPr>
      <dsp:spPr>
        <a:xfrm>
          <a:off x="7871251" y="2293306"/>
          <a:ext cx="536187" cy="536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6DFE9E-CFD5-446C-99AC-8B0F6B0A347D}">
      <dsp:nvSpPr>
        <dsp:cNvPr id="0" name=""/>
        <dsp:cNvSpPr/>
      </dsp:nvSpPr>
      <dsp:spPr>
        <a:xfrm>
          <a:off x="8799675" y="2099169"/>
          <a:ext cx="2179089" cy="92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Another common, but dangerous attack to watch out for would be, malware attacks. This is because of hackers can steal any credentials they need just from the victim doing something as simple as installing a malicious app or even just not updating their device. “Malware is any software designed to harm computers, networks, or mobile devices. It can come in various forms such as viruses, spyware, adware, or Trojans” (Shivanandhan, 2023).</a:t>
          </a:r>
        </a:p>
      </dsp:txBody>
      <dsp:txXfrm>
        <a:off x="8799675" y="2099169"/>
        <a:ext cx="2179089" cy="924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AAE82E-0048-407B-A926-5A8AB8A3171D}">
      <dsp:nvSpPr>
        <dsp:cNvPr id="0" name=""/>
        <dsp:cNvSpPr/>
      </dsp:nvSpPr>
      <dsp:spPr>
        <a:xfrm>
          <a:off x="0" y="614739"/>
          <a:ext cx="11293475" cy="11349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D017B9-7B82-46A1-80DE-F614F36E1760}">
      <dsp:nvSpPr>
        <dsp:cNvPr id="0" name=""/>
        <dsp:cNvSpPr/>
      </dsp:nvSpPr>
      <dsp:spPr>
        <a:xfrm>
          <a:off x="343308" y="870092"/>
          <a:ext cx="624196" cy="6241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9B10E6-C7C7-4BB4-B870-9EC315FC3CF4}">
      <dsp:nvSpPr>
        <dsp:cNvPr id="0" name=""/>
        <dsp:cNvSpPr/>
      </dsp:nvSpPr>
      <dsp:spPr>
        <a:xfrm>
          <a:off x="1310813" y="614739"/>
          <a:ext cx="9982661" cy="113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11" tIns="120111" rIns="120111" bIns="120111" numCol="1" spcCol="1270" anchor="ctr" anchorCtr="0">
          <a:noAutofit/>
        </a:bodyPr>
        <a:lstStyle/>
        <a:p>
          <a:pPr marL="0" lvl="0" indent="0" algn="l" defTabSz="666750">
            <a:lnSpc>
              <a:spcPct val="90000"/>
            </a:lnSpc>
            <a:spcBef>
              <a:spcPct val="0"/>
            </a:spcBef>
            <a:spcAft>
              <a:spcPct val="35000"/>
            </a:spcAft>
            <a:buNone/>
          </a:pPr>
          <a:r>
            <a:rPr lang="en-US" sz="1500" kern="1200"/>
            <a:t>Outdated Software: The updates that your phone manufacturer pushes out are very important. The reason these software updates are important is because they not only keep your phone fresh with new software models, but they help with the security of the device as far as how vulnerable your device is to hacking. There are a lot of people that not only just forget and overlook these updates, but they completely ignore them and this leads to outdated software. </a:t>
          </a:r>
        </a:p>
      </dsp:txBody>
      <dsp:txXfrm>
        <a:off x="1310813" y="614739"/>
        <a:ext cx="9982661" cy="1134903"/>
      </dsp:txXfrm>
    </dsp:sp>
    <dsp:sp modelId="{0808B1D0-AD2A-4E20-B3D7-4D2469D6BB11}">
      <dsp:nvSpPr>
        <dsp:cNvPr id="0" name=""/>
        <dsp:cNvSpPr/>
      </dsp:nvSpPr>
      <dsp:spPr>
        <a:xfrm>
          <a:off x="0" y="2033368"/>
          <a:ext cx="11293475" cy="11349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2F29D9-63B3-4EED-BD98-3A11B604FB7E}">
      <dsp:nvSpPr>
        <dsp:cNvPr id="0" name=""/>
        <dsp:cNvSpPr/>
      </dsp:nvSpPr>
      <dsp:spPr>
        <a:xfrm>
          <a:off x="343308" y="2288722"/>
          <a:ext cx="624196" cy="6241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396995-C34A-4894-A1ED-A8FBD21F7C7A}">
      <dsp:nvSpPr>
        <dsp:cNvPr id="0" name=""/>
        <dsp:cNvSpPr/>
      </dsp:nvSpPr>
      <dsp:spPr>
        <a:xfrm>
          <a:off x="1310813" y="2033368"/>
          <a:ext cx="9982661" cy="113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11" tIns="120111" rIns="120111" bIns="120111" numCol="1" spcCol="1270" anchor="ctr" anchorCtr="0">
          <a:noAutofit/>
        </a:bodyPr>
        <a:lstStyle/>
        <a:p>
          <a:pPr marL="0" lvl="0" indent="0" algn="l" defTabSz="666750">
            <a:lnSpc>
              <a:spcPct val="90000"/>
            </a:lnSpc>
            <a:spcBef>
              <a:spcPct val="0"/>
            </a:spcBef>
            <a:spcAft>
              <a:spcPct val="35000"/>
            </a:spcAft>
            <a:buNone/>
          </a:pPr>
          <a:r>
            <a:rPr lang="en-US" sz="1500" kern="1200"/>
            <a:t>Weak Passwords: Having a weak password opens multiple ways for a hacker to even guess at these passwords and gain access to all sorts of sensitive information you have. </a:t>
          </a:r>
        </a:p>
      </dsp:txBody>
      <dsp:txXfrm>
        <a:off x="1310813" y="2033368"/>
        <a:ext cx="9982661" cy="11349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B66670-EB25-4389-9177-F23199BFAFE4}">
      <dsp:nvSpPr>
        <dsp:cNvPr id="0" name=""/>
        <dsp:cNvSpPr/>
      </dsp:nvSpPr>
      <dsp:spPr>
        <a:xfrm>
          <a:off x="867737" y="766506"/>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52303A-0383-4EE7-BB9D-1EF52FD27744}">
      <dsp:nvSpPr>
        <dsp:cNvPr id="0" name=""/>
        <dsp:cNvSpPr/>
      </dsp:nvSpPr>
      <dsp:spPr>
        <a:xfrm>
          <a:off x="1101737" y="100050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A5A20A-CB4D-4AAC-9165-AEDDADEE9FB1}">
      <dsp:nvSpPr>
        <dsp:cNvPr id="0" name=""/>
        <dsp:cNvSpPr/>
      </dsp:nvSpPr>
      <dsp:spPr>
        <a:xfrm>
          <a:off x="516737" y="2206506"/>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The most common and noticeable issue would be how slow your device is running. </a:t>
          </a:r>
        </a:p>
      </dsp:txBody>
      <dsp:txXfrm>
        <a:off x="516737" y="2206506"/>
        <a:ext cx="1800000" cy="810000"/>
      </dsp:txXfrm>
    </dsp:sp>
    <dsp:sp modelId="{13C4C5DC-B334-4FD7-B55B-87A9A93D1099}">
      <dsp:nvSpPr>
        <dsp:cNvPr id="0" name=""/>
        <dsp:cNvSpPr/>
      </dsp:nvSpPr>
      <dsp:spPr>
        <a:xfrm>
          <a:off x="2982737" y="766506"/>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FEBC6D-D75C-4D18-B6BB-0C3FEA4A7204}">
      <dsp:nvSpPr>
        <dsp:cNvPr id="0" name=""/>
        <dsp:cNvSpPr/>
      </dsp:nvSpPr>
      <dsp:spPr>
        <a:xfrm>
          <a:off x="3216737" y="100050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3BA0CA-8C87-45BC-AC8E-4B4A56B14470}">
      <dsp:nvSpPr>
        <dsp:cNvPr id="0" name=""/>
        <dsp:cNvSpPr/>
      </dsp:nvSpPr>
      <dsp:spPr>
        <a:xfrm>
          <a:off x="2631737" y="2206506"/>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The cell phone will often experience lagging and crashing along with frequent freezing. </a:t>
          </a:r>
        </a:p>
      </dsp:txBody>
      <dsp:txXfrm>
        <a:off x="2631737" y="2206506"/>
        <a:ext cx="1800000" cy="810000"/>
      </dsp:txXfrm>
    </dsp:sp>
    <dsp:sp modelId="{F8D51934-F1E2-4820-B3B2-03D6690965BE}">
      <dsp:nvSpPr>
        <dsp:cNvPr id="0" name=""/>
        <dsp:cNvSpPr/>
      </dsp:nvSpPr>
      <dsp:spPr>
        <a:xfrm>
          <a:off x="5097737" y="766506"/>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CC0BC8-3245-4842-9E8D-211A18DFE8AE}">
      <dsp:nvSpPr>
        <dsp:cNvPr id="0" name=""/>
        <dsp:cNvSpPr/>
      </dsp:nvSpPr>
      <dsp:spPr>
        <a:xfrm>
          <a:off x="5331737" y="100050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ADABA3-B87B-4E05-87E1-F0B105EFECA3}">
      <dsp:nvSpPr>
        <dsp:cNvPr id="0" name=""/>
        <dsp:cNvSpPr/>
      </dsp:nvSpPr>
      <dsp:spPr>
        <a:xfrm>
          <a:off x="4746737" y="2206506"/>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Your device will have sudden battery drainage. Malware will cause your device battery to drain faster more than normal. </a:t>
          </a:r>
        </a:p>
      </dsp:txBody>
      <dsp:txXfrm>
        <a:off x="4746737" y="2206506"/>
        <a:ext cx="1800000" cy="810000"/>
      </dsp:txXfrm>
    </dsp:sp>
    <dsp:sp modelId="{27D31FAD-AC9A-4443-8C11-C126E824A5C1}">
      <dsp:nvSpPr>
        <dsp:cNvPr id="0" name=""/>
        <dsp:cNvSpPr/>
      </dsp:nvSpPr>
      <dsp:spPr>
        <a:xfrm>
          <a:off x="7212737" y="766506"/>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84ACDF-E1F2-48F0-8D20-55E7C2E23888}">
      <dsp:nvSpPr>
        <dsp:cNvPr id="0" name=""/>
        <dsp:cNvSpPr/>
      </dsp:nvSpPr>
      <dsp:spPr>
        <a:xfrm>
          <a:off x="7446737" y="100050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322881-C775-4D2B-BCB4-99EE02C3BA9A}">
      <dsp:nvSpPr>
        <dsp:cNvPr id="0" name=""/>
        <dsp:cNvSpPr/>
      </dsp:nvSpPr>
      <dsp:spPr>
        <a:xfrm>
          <a:off x="6861737" y="2206506"/>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There will be unexpected increases in the data usage. </a:t>
          </a:r>
        </a:p>
      </dsp:txBody>
      <dsp:txXfrm>
        <a:off x="6861737" y="2206506"/>
        <a:ext cx="1800000" cy="810000"/>
      </dsp:txXfrm>
    </dsp:sp>
    <dsp:sp modelId="{DDF25618-AE3E-4B34-937F-919D5B56CAE3}">
      <dsp:nvSpPr>
        <dsp:cNvPr id="0" name=""/>
        <dsp:cNvSpPr/>
      </dsp:nvSpPr>
      <dsp:spPr>
        <a:xfrm>
          <a:off x="9327737" y="766506"/>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0F319B-6198-41AB-9CF9-E4C961D4FA33}">
      <dsp:nvSpPr>
        <dsp:cNvPr id="0" name=""/>
        <dsp:cNvSpPr/>
      </dsp:nvSpPr>
      <dsp:spPr>
        <a:xfrm>
          <a:off x="9561737" y="100050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5C2524-A057-4917-A1B8-B123ACCC27EA}">
      <dsp:nvSpPr>
        <dsp:cNvPr id="0" name=""/>
        <dsp:cNvSpPr/>
      </dsp:nvSpPr>
      <dsp:spPr>
        <a:xfrm>
          <a:off x="8976737" y="2206506"/>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“Noticing unusual behavior or signs of hacking can help you take immediate action” (Asurion ,2024).</a:t>
          </a:r>
        </a:p>
      </dsp:txBody>
      <dsp:txXfrm>
        <a:off x="8976737" y="2206506"/>
        <a:ext cx="1800000" cy="81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E1D092-09E6-44AB-8931-0FFC89D9238A}">
      <dsp:nvSpPr>
        <dsp:cNvPr id="0" name=""/>
        <dsp:cNvSpPr/>
      </dsp:nvSpPr>
      <dsp:spPr>
        <a:xfrm>
          <a:off x="743074" y="830687"/>
          <a:ext cx="1093500" cy="1093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C12725-64ED-4DB8-8C99-B20E18C47C6E}">
      <dsp:nvSpPr>
        <dsp:cNvPr id="0" name=""/>
        <dsp:cNvSpPr/>
      </dsp:nvSpPr>
      <dsp:spPr>
        <a:xfrm>
          <a:off x="74824" y="2276112"/>
          <a:ext cx="243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“Remote exploitation techniques are used to exploit a product or a component of a product by an attacker who does not have access to the computer being targeted” (O’Reilly, 2024).</a:t>
          </a:r>
        </a:p>
      </dsp:txBody>
      <dsp:txXfrm>
        <a:off x="74824" y="2276112"/>
        <a:ext cx="2430000" cy="900000"/>
      </dsp:txXfrm>
    </dsp:sp>
    <dsp:sp modelId="{98290A21-ADCE-4E15-B92C-7FED8F8768C6}">
      <dsp:nvSpPr>
        <dsp:cNvPr id="0" name=""/>
        <dsp:cNvSpPr/>
      </dsp:nvSpPr>
      <dsp:spPr>
        <a:xfrm>
          <a:off x="3598325" y="830687"/>
          <a:ext cx="1093500" cy="1093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8699E1-29CB-4E20-B2A9-57B012D02FCF}">
      <dsp:nvSpPr>
        <dsp:cNvPr id="0" name=""/>
        <dsp:cNvSpPr/>
      </dsp:nvSpPr>
      <dsp:spPr>
        <a:xfrm>
          <a:off x="2930075" y="2276112"/>
          <a:ext cx="243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“Once a remote connection is established, an attacker might execute adversary-controlled code, most likely with a goal to move laterally to that system” (Extrahop, 2024).</a:t>
          </a:r>
        </a:p>
      </dsp:txBody>
      <dsp:txXfrm>
        <a:off x="2930075" y="2276112"/>
        <a:ext cx="2430000" cy="90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1818-E75A-458F-AC5B-0E9A2C76B835}"/>
              </a:ext>
            </a:extLst>
          </p:cNvPr>
          <p:cNvSpPr>
            <a:spLocks noGrp="1"/>
          </p:cNvSpPr>
          <p:nvPr>
            <p:ph type="ctrTitle"/>
          </p:nvPr>
        </p:nvSpPr>
        <p:spPr>
          <a:xfrm>
            <a:off x="448056" y="448056"/>
            <a:ext cx="11292840" cy="3401568"/>
          </a:xfrm>
        </p:spPr>
        <p:txBody>
          <a:bodyPr anchor="b">
            <a:normAutofit/>
          </a:bodyPr>
          <a:lstStyle>
            <a:lvl1pPr algn="l">
              <a:defRPr sz="6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EE64DE-978B-4F95-BB3C-D027D8008748}"/>
              </a:ext>
            </a:extLst>
          </p:cNvPr>
          <p:cNvSpPr>
            <a:spLocks noGrp="1"/>
          </p:cNvSpPr>
          <p:nvPr>
            <p:ph type="subTitle" idx="1"/>
          </p:nvPr>
        </p:nvSpPr>
        <p:spPr>
          <a:xfrm>
            <a:off x="448056" y="4471416"/>
            <a:ext cx="11292840" cy="1481328"/>
          </a:xfrm>
        </p:spPr>
        <p:txBody>
          <a:bodyPr/>
          <a:lstStyle>
            <a:lvl1pPr marL="0" indent="0" algn="l">
              <a:lnSpc>
                <a:spcPct val="120000"/>
              </a:lnSpc>
              <a:buNone/>
              <a:defRPr sz="2400">
                <a:solidFill>
                  <a:schemeClr val="tx2">
                    <a:alpha val="5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a:extLst>
              <a:ext uri="{FF2B5EF4-FFF2-40B4-BE49-F238E27FC236}">
                <a16:creationId xmlns:a16="http://schemas.microsoft.com/office/drawing/2014/main" id="{C66CC717-08C5-4F3E-B8AA-BA93C8755982}"/>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896B5700-AA45-4E20-8BE5-27620411303F}"/>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10" name="Slide Number Placeholder 5">
            <a:extLst>
              <a:ext uri="{FF2B5EF4-FFF2-40B4-BE49-F238E27FC236}">
                <a16:creationId xmlns:a16="http://schemas.microsoft.com/office/drawing/2014/main" id="{7C5B7199-CC00-4D38-8B48-F8A539112985}"/>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1" name="Date Placeholder 3">
            <a:extLst>
              <a:ext uri="{FF2B5EF4-FFF2-40B4-BE49-F238E27FC236}">
                <a16:creationId xmlns:a16="http://schemas.microsoft.com/office/drawing/2014/main" id="{16BC76EC-3453-4CE0-A71D-BD21940757B4}"/>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Tuesday, April 14, 2026</a:t>
            </a:fld>
            <a:endParaRPr lang="en-US" dirty="0"/>
          </a:p>
        </p:txBody>
      </p:sp>
    </p:spTree>
    <p:extLst>
      <p:ext uri="{BB962C8B-B14F-4D97-AF65-F5344CB8AC3E}">
        <p14:creationId xmlns:p14="http://schemas.microsoft.com/office/powerpoint/2010/main" val="4131877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7685-BDD9-488F-B082-33592E0F1364}"/>
              </a:ext>
            </a:extLst>
          </p:cNvPr>
          <p:cNvSpPr>
            <a:spLocks noGrp="1"/>
          </p:cNvSpPr>
          <p:nvPr>
            <p:ph type="title"/>
          </p:nvPr>
        </p:nvSpPr>
        <p:spPr/>
        <p:txBody>
          <a:bodyPr wrap="square"/>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E9CB5FF-7FB5-4B8A-BF1C-48765D40B4C0}"/>
              </a:ext>
            </a:extLst>
          </p:cNvPr>
          <p:cNvSpPr>
            <a:spLocks noGrp="1"/>
          </p:cNvSpPr>
          <p:nvPr>
            <p:ph idx="1"/>
          </p:nvPr>
        </p:nvSpPr>
        <p:spPr>
          <a:xfrm>
            <a:off x="448056" y="1735200"/>
            <a:ext cx="11293200" cy="3783013"/>
          </a:xfrm>
        </p:spPr>
        <p:txBody>
          <a:bodyPr wrap="square"/>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BDA03860-F8F0-4186-B5D0-72C935B2C2A9}"/>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8" name="Slide Number Placeholder 5">
            <a:extLst>
              <a:ext uri="{FF2B5EF4-FFF2-40B4-BE49-F238E27FC236}">
                <a16:creationId xmlns:a16="http://schemas.microsoft.com/office/drawing/2014/main" id="{60B9D802-9E36-42DA-B6CA-6C937CBE8A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9" name="Date Placeholder 3">
            <a:extLst>
              <a:ext uri="{FF2B5EF4-FFF2-40B4-BE49-F238E27FC236}">
                <a16:creationId xmlns:a16="http://schemas.microsoft.com/office/drawing/2014/main" id="{C227B5A7-BF66-4C50-9DAD-A24070310B83}"/>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Tuesday, April 14, 2026</a:t>
            </a:fld>
            <a:endParaRPr lang="en-US" dirty="0"/>
          </a:p>
        </p:txBody>
      </p:sp>
    </p:spTree>
    <p:extLst>
      <p:ext uri="{BB962C8B-B14F-4D97-AF65-F5344CB8AC3E}">
        <p14:creationId xmlns:p14="http://schemas.microsoft.com/office/powerpoint/2010/main" val="1293390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2B8D-DB20-44D1-84BC-F76685913380}"/>
              </a:ext>
            </a:extLst>
          </p:cNvPr>
          <p:cNvSpPr>
            <a:spLocks noGrp="1"/>
          </p:cNvSpPr>
          <p:nvPr>
            <p:ph type="title"/>
          </p:nvPr>
        </p:nvSpPr>
        <p:spPr>
          <a:xfrm>
            <a:off x="448056" y="448056"/>
            <a:ext cx="11311128" cy="3401568"/>
          </a:xfrm>
        </p:spPr>
        <p:txBody>
          <a:bodyPr anchor="b">
            <a:normAutofit/>
          </a:bodyPr>
          <a:lstStyle>
            <a:lvl1pPr>
              <a:defRPr sz="6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594C298-618E-4642-8F2B-8DD253ED5C06}"/>
              </a:ext>
            </a:extLst>
          </p:cNvPr>
          <p:cNvSpPr>
            <a:spLocks noGrp="1"/>
          </p:cNvSpPr>
          <p:nvPr>
            <p:ph type="body" idx="1"/>
          </p:nvPr>
        </p:nvSpPr>
        <p:spPr>
          <a:xfrm>
            <a:off x="448056" y="4471416"/>
            <a:ext cx="11292840" cy="1481328"/>
          </a:xfrm>
        </p:spPr>
        <p:txBody>
          <a:bodyPr/>
          <a:lstStyle>
            <a:lvl1pPr marL="0" indent="0">
              <a:lnSpc>
                <a:spcPct val="120000"/>
              </a:lnSpc>
              <a:buNone/>
              <a:defRPr sz="2400">
                <a:solidFill>
                  <a:schemeClr val="tx2">
                    <a:alpha val="5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B3ECD5-2EEA-457B-9C93-36F8AF368EC7}"/>
              </a:ext>
            </a:extLst>
          </p:cNvPr>
          <p:cNvSpPr>
            <a:spLocks noGrp="1"/>
          </p:cNvSpPr>
          <p:nvPr>
            <p:ph type="dt" sz="half" idx="10"/>
          </p:nvPr>
        </p:nvSpPr>
        <p:spPr>
          <a:xfrm>
            <a:off x="438912" y="6153912"/>
            <a:ext cx="3456432" cy="502920"/>
          </a:xfrm>
          <a:prstGeom prst="rect">
            <a:avLst/>
          </a:prstGeom>
        </p:spPr>
        <p:txBody>
          <a:bodyPr/>
          <a:lstStyle/>
          <a:p>
            <a:fld id="{10EDCA73-0A86-4195-A787-75037827079D}" type="datetime2">
              <a:rPr lang="en-US" smtClean="0"/>
              <a:t>Tuesday, April 14, 2026</a:t>
            </a:fld>
            <a:endParaRPr lang="en-US"/>
          </a:p>
        </p:txBody>
      </p:sp>
      <p:sp>
        <p:nvSpPr>
          <p:cNvPr id="5" name="Footer Placeholder 4">
            <a:extLst>
              <a:ext uri="{FF2B5EF4-FFF2-40B4-BE49-F238E27FC236}">
                <a16:creationId xmlns:a16="http://schemas.microsoft.com/office/drawing/2014/main" id="{D79A15D4-F172-4025-9290-C8F5D419720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926CD73-9984-4E1D-BD74-37115C1F4C57}"/>
              </a:ext>
            </a:extLst>
          </p:cNvPr>
          <p:cNvSpPr>
            <a:spLocks noGrp="1"/>
          </p:cNvSpPr>
          <p:nvPr>
            <p:ph type="sldNum" sz="quarter" idx="12"/>
          </p:nvPr>
        </p:nvSpPr>
        <p:spPr/>
        <p:txBody>
          <a:bodyPr rIns="219456"/>
          <a:lstStyle/>
          <a:p>
            <a:fld id="{0D309695-DEC3-40DA-9DF5-330280C9D0E8}" type="slidenum">
              <a:rPr lang="en-US" smtClean="0"/>
              <a:t>‹#›</a:t>
            </a:fld>
            <a:endParaRPr lang="en-US"/>
          </a:p>
        </p:txBody>
      </p:sp>
      <p:cxnSp>
        <p:nvCxnSpPr>
          <p:cNvPr id="8" name="Straight Connector 7">
            <a:extLst>
              <a:ext uri="{FF2B5EF4-FFF2-40B4-BE49-F238E27FC236}">
                <a16:creationId xmlns:a16="http://schemas.microsoft.com/office/drawing/2014/main" id="{E99FAD47-5E44-4EE5-A422-A77593F8F3A3}"/>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545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4E41-AB27-418C-AA9E-8F863DDE362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8B9E10A-E18D-4122-A71B-0A22F695E076}"/>
              </a:ext>
            </a:extLst>
          </p:cNvPr>
          <p:cNvSpPr>
            <a:spLocks noGrp="1"/>
          </p:cNvSpPr>
          <p:nvPr>
            <p:ph sz="half" idx="1"/>
          </p:nvPr>
        </p:nvSpPr>
        <p:spPr>
          <a:xfrm>
            <a:off x="448056" y="1735200"/>
            <a:ext cx="5431536" cy="4214750"/>
          </a:xfrm>
        </p:spPr>
        <p:txBody>
          <a:bodyPr/>
          <a:lstStyle>
            <a:lvl1pPr marL="450000">
              <a:defRPr/>
            </a:lvl1pPr>
            <a:lvl2pPr marL="900000">
              <a:defRPr/>
            </a:lvl2pPr>
            <a:lvl3pPr marL="1350000">
              <a:defRPr/>
            </a:lvl3pPr>
            <a:lvl4pPr marL="1800000">
              <a:defRPr/>
            </a:lvl4pPr>
            <a:lvl5pPr marL="225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0CB980D-2720-431B-88C8-4D837023BBFF}"/>
              </a:ext>
            </a:extLst>
          </p:cNvPr>
          <p:cNvSpPr>
            <a:spLocks noGrp="1"/>
          </p:cNvSpPr>
          <p:nvPr>
            <p:ph sz="half" idx="2"/>
          </p:nvPr>
        </p:nvSpPr>
        <p:spPr>
          <a:xfrm>
            <a:off x="6309360" y="1735200"/>
            <a:ext cx="5431536" cy="4214750"/>
          </a:xfrm>
        </p:spPr>
        <p:txBody>
          <a:bodyPr/>
          <a:lstStyle>
            <a:lvl2pPr marL="900000">
              <a:defRPr/>
            </a:lvl2pPr>
            <a:lvl3pPr marL="1350000">
              <a:defRPr/>
            </a:lvl3pPr>
            <a:lvl4pPr marL="1800000">
              <a:defRPr/>
            </a:lvl4pPr>
            <a:lvl5pPr marL="243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E8EB211-F6F7-4C53-B25F-F1EBF7A8BF4E}"/>
              </a:ext>
            </a:extLst>
          </p:cNvPr>
          <p:cNvSpPr>
            <a:spLocks noGrp="1"/>
          </p:cNvSpPr>
          <p:nvPr>
            <p:ph type="dt" sz="half" idx="10"/>
          </p:nvPr>
        </p:nvSpPr>
        <p:spPr>
          <a:xfrm>
            <a:off x="438912" y="6153912"/>
            <a:ext cx="3456432" cy="502920"/>
          </a:xfrm>
          <a:prstGeom prst="rect">
            <a:avLst/>
          </a:prstGeom>
        </p:spPr>
        <p:txBody>
          <a:bodyPr/>
          <a:lstStyle/>
          <a:p>
            <a:fld id="{83C75374-B296-498E-A935-80631EA9020D}" type="datetime2">
              <a:rPr lang="en-US" smtClean="0"/>
              <a:t>Tuesday, April 14, 2026</a:t>
            </a:fld>
            <a:endParaRPr lang="en-US"/>
          </a:p>
        </p:txBody>
      </p:sp>
      <p:sp>
        <p:nvSpPr>
          <p:cNvPr id="6" name="Footer Placeholder 5">
            <a:extLst>
              <a:ext uri="{FF2B5EF4-FFF2-40B4-BE49-F238E27FC236}">
                <a16:creationId xmlns:a16="http://schemas.microsoft.com/office/drawing/2014/main" id="{D0AA830D-482E-415E-B855-D561B94BDC2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D7FB2AC-9F49-4D35-8C5E-ECECC6B13134}"/>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2920514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5D59-DC0A-4295-8714-902B54B983AF}"/>
              </a:ext>
            </a:extLst>
          </p:cNvPr>
          <p:cNvSpPr>
            <a:spLocks noGrp="1"/>
          </p:cNvSpPr>
          <p:nvPr>
            <p:ph type="title"/>
          </p:nvPr>
        </p:nvSpPr>
        <p:spPr>
          <a:xfrm>
            <a:off x="448056" y="388800"/>
            <a:ext cx="11311128" cy="114120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67A33E2-E7AE-4E37-9DF1-69697E45D2A7}"/>
              </a:ext>
            </a:extLst>
          </p:cNvPr>
          <p:cNvSpPr>
            <a:spLocks noGrp="1"/>
          </p:cNvSpPr>
          <p:nvPr>
            <p:ph type="body" idx="1"/>
          </p:nvPr>
        </p:nvSpPr>
        <p:spPr>
          <a:xfrm>
            <a:off x="448056"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2E79D5-E651-4B82-AFAA-DE6E16AC3EB8}"/>
              </a:ext>
            </a:extLst>
          </p:cNvPr>
          <p:cNvSpPr>
            <a:spLocks noGrp="1"/>
          </p:cNvSpPr>
          <p:nvPr>
            <p:ph sz="half" idx="2"/>
          </p:nvPr>
        </p:nvSpPr>
        <p:spPr>
          <a:xfrm>
            <a:off x="448056"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1A91196-F771-42C3-A726-A4ECF561FFF3}"/>
              </a:ext>
            </a:extLst>
          </p:cNvPr>
          <p:cNvSpPr>
            <a:spLocks noGrp="1"/>
          </p:cNvSpPr>
          <p:nvPr>
            <p:ph type="body" sz="quarter" idx="3"/>
          </p:nvPr>
        </p:nvSpPr>
        <p:spPr>
          <a:xfrm>
            <a:off x="6309360"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76BA18-D373-4B5F-B812-5D5E4C2378E7}"/>
              </a:ext>
            </a:extLst>
          </p:cNvPr>
          <p:cNvSpPr>
            <a:spLocks noGrp="1"/>
          </p:cNvSpPr>
          <p:nvPr>
            <p:ph sz="quarter" idx="4"/>
          </p:nvPr>
        </p:nvSpPr>
        <p:spPr>
          <a:xfrm>
            <a:off x="6309360"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F395D0EB-9F99-4C95-ADA6-AC6B493CCA9D}"/>
              </a:ext>
            </a:extLst>
          </p:cNvPr>
          <p:cNvSpPr>
            <a:spLocks noGrp="1"/>
          </p:cNvSpPr>
          <p:nvPr>
            <p:ph type="dt" sz="half" idx="10"/>
          </p:nvPr>
        </p:nvSpPr>
        <p:spPr>
          <a:xfrm>
            <a:off x="438912" y="6153912"/>
            <a:ext cx="3456432" cy="502920"/>
          </a:xfrm>
          <a:prstGeom prst="rect">
            <a:avLst/>
          </a:prstGeom>
        </p:spPr>
        <p:txBody>
          <a:bodyPr/>
          <a:lstStyle/>
          <a:p>
            <a:fld id="{B098B728-214A-4ABC-8432-5B3A5A66A987}" type="datetime2">
              <a:rPr lang="en-US" smtClean="0"/>
              <a:t>Tuesday, April 14, 2026</a:t>
            </a:fld>
            <a:endParaRPr lang="en-US" dirty="0"/>
          </a:p>
        </p:txBody>
      </p:sp>
      <p:sp>
        <p:nvSpPr>
          <p:cNvPr id="8" name="Footer Placeholder 7">
            <a:extLst>
              <a:ext uri="{FF2B5EF4-FFF2-40B4-BE49-F238E27FC236}">
                <a16:creationId xmlns:a16="http://schemas.microsoft.com/office/drawing/2014/main" id="{27EB69A9-1E48-4683-8873-D888C39E6EE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57E419C-3010-4562-BA4B-ECBC2DBE629E}"/>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2793477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8066-A255-4886-A4B0-2AC829A768F3}"/>
              </a:ext>
            </a:extLst>
          </p:cNvPr>
          <p:cNvSpPr>
            <a:spLocks noGrp="1"/>
          </p:cNvSpPr>
          <p:nvPr>
            <p:ph type="title"/>
          </p:nvPr>
        </p:nvSpPr>
        <p:spPr>
          <a:xfrm>
            <a:off x="448056" y="388800"/>
            <a:ext cx="11311128" cy="5559552"/>
          </a:xfrm>
        </p:spPr>
        <p:txBody>
          <a:bodyPr wrap="square"/>
          <a:lstStyle/>
          <a:p>
            <a:r>
              <a:rPr lang="en-US"/>
              <a:t>Click to edit Master title style</a:t>
            </a:r>
            <a:endParaRPr lang="en-US" dirty="0"/>
          </a:p>
        </p:txBody>
      </p:sp>
      <p:sp>
        <p:nvSpPr>
          <p:cNvPr id="3" name="Date Placeholder 2">
            <a:extLst>
              <a:ext uri="{FF2B5EF4-FFF2-40B4-BE49-F238E27FC236}">
                <a16:creationId xmlns:a16="http://schemas.microsoft.com/office/drawing/2014/main" id="{2068D80A-6560-46E3-AF30-9CEC54EA747C}"/>
              </a:ext>
            </a:extLst>
          </p:cNvPr>
          <p:cNvSpPr>
            <a:spLocks noGrp="1"/>
          </p:cNvSpPr>
          <p:nvPr>
            <p:ph type="dt" sz="half" idx="10"/>
          </p:nvPr>
        </p:nvSpPr>
        <p:spPr>
          <a:xfrm>
            <a:off x="438912" y="6153912"/>
            <a:ext cx="3456432" cy="502920"/>
          </a:xfrm>
          <a:prstGeom prst="rect">
            <a:avLst/>
          </a:prstGeom>
        </p:spPr>
        <p:txBody>
          <a:bodyPr/>
          <a:lstStyle/>
          <a:p>
            <a:fld id="{015F02D0-6806-43AF-9888-2359BF40C204}" type="datetime2">
              <a:rPr lang="en-US" smtClean="0"/>
              <a:t>Tuesday, April 14, 2026</a:t>
            </a:fld>
            <a:endParaRPr lang="en-US"/>
          </a:p>
        </p:txBody>
      </p:sp>
      <p:sp>
        <p:nvSpPr>
          <p:cNvPr id="4" name="Footer Placeholder 3">
            <a:extLst>
              <a:ext uri="{FF2B5EF4-FFF2-40B4-BE49-F238E27FC236}">
                <a16:creationId xmlns:a16="http://schemas.microsoft.com/office/drawing/2014/main" id="{4AB673C2-FB1E-46F5-8CFB-93B9DB807075}"/>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91E2120-410F-4382-81AB-37F161F72150}"/>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887884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802222-E41B-48E7-BF06-5C5509D621C0}"/>
              </a:ext>
            </a:extLst>
          </p:cNvPr>
          <p:cNvSpPr>
            <a:spLocks noGrp="1"/>
          </p:cNvSpPr>
          <p:nvPr>
            <p:ph type="dt" sz="half" idx="10"/>
          </p:nvPr>
        </p:nvSpPr>
        <p:spPr>
          <a:xfrm>
            <a:off x="438912" y="6153912"/>
            <a:ext cx="3456432" cy="502920"/>
          </a:xfrm>
          <a:prstGeom prst="rect">
            <a:avLst/>
          </a:prstGeom>
        </p:spPr>
        <p:txBody>
          <a:bodyPr/>
          <a:lstStyle/>
          <a:p>
            <a:fld id="{8EE14D2D-B1AF-4197-82D6-FC1F8BD05681}" type="datetime2">
              <a:rPr lang="en-US" smtClean="0"/>
              <a:t>Tuesday, April 14, 2026</a:t>
            </a:fld>
            <a:endParaRPr lang="en-US"/>
          </a:p>
        </p:txBody>
      </p:sp>
      <p:sp>
        <p:nvSpPr>
          <p:cNvPr id="3" name="Footer Placeholder 2">
            <a:extLst>
              <a:ext uri="{FF2B5EF4-FFF2-40B4-BE49-F238E27FC236}">
                <a16:creationId xmlns:a16="http://schemas.microsoft.com/office/drawing/2014/main" id="{17A636E3-B721-46E8-882F-C123530F0FE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4FC1178-3E0E-449A-B799-009C04C069AF}"/>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926914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3392-4FF4-4922-A14E-8AA23A9BDD7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04FB38E-5055-4C9B-9A3B-A7B3A4887944}"/>
              </a:ext>
            </a:extLst>
          </p:cNvPr>
          <p:cNvSpPr>
            <a:spLocks noGrp="1"/>
          </p:cNvSpPr>
          <p:nvPr>
            <p:ph idx="1"/>
          </p:nvPr>
        </p:nvSpPr>
        <p:spPr>
          <a:xfrm>
            <a:off x="4370832" y="393192"/>
            <a:ext cx="7379208" cy="5559552"/>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E2EC2DB-2ED3-408C-BFF2-F413C9D8F91E}"/>
              </a:ext>
            </a:extLst>
          </p:cNvPr>
          <p:cNvSpPr>
            <a:spLocks noGrp="1"/>
          </p:cNvSpPr>
          <p:nvPr>
            <p:ph type="body" sz="half" idx="2"/>
          </p:nvPr>
        </p:nvSpPr>
        <p:spPr>
          <a:xfrm>
            <a:off x="448056" y="1733550"/>
            <a:ext cx="3447288" cy="421919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74FDF-3000-4B2C-AC88-8CE34D680596}"/>
              </a:ext>
            </a:extLst>
          </p:cNvPr>
          <p:cNvSpPr>
            <a:spLocks noGrp="1"/>
          </p:cNvSpPr>
          <p:nvPr>
            <p:ph type="dt" sz="half" idx="10"/>
          </p:nvPr>
        </p:nvSpPr>
        <p:spPr>
          <a:xfrm>
            <a:off x="438912" y="6153912"/>
            <a:ext cx="3456432" cy="502920"/>
          </a:xfrm>
          <a:prstGeom prst="rect">
            <a:avLst/>
          </a:prstGeom>
        </p:spPr>
        <p:txBody>
          <a:bodyPr/>
          <a:lstStyle/>
          <a:p>
            <a:fld id="{98771CEB-9838-4245-91B8-EFBAFE2D8B44}" type="datetime2">
              <a:rPr lang="en-US" smtClean="0"/>
              <a:t>Tuesday, April 14, 2026</a:t>
            </a:fld>
            <a:endParaRPr lang="en-US"/>
          </a:p>
        </p:txBody>
      </p:sp>
      <p:sp>
        <p:nvSpPr>
          <p:cNvPr id="6" name="Footer Placeholder 5">
            <a:extLst>
              <a:ext uri="{FF2B5EF4-FFF2-40B4-BE49-F238E27FC236}">
                <a16:creationId xmlns:a16="http://schemas.microsoft.com/office/drawing/2014/main" id="{0DA0B7F4-5B8C-49BD-9BDA-FCBD13E24227}"/>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502BC00-0803-4A53-8657-91CE0DB80E54}"/>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059825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2A98-C272-40D9-B75A-77A3D58678E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AD50DAC-9AC3-4A9A-91B7-6C95E4362561}"/>
              </a:ext>
            </a:extLst>
          </p:cNvPr>
          <p:cNvSpPr>
            <a:spLocks noGrp="1"/>
          </p:cNvSpPr>
          <p:nvPr>
            <p:ph type="pic" idx="1"/>
          </p:nvPr>
        </p:nvSpPr>
        <p:spPr>
          <a:xfrm>
            <a:off x="4370832" y="441324"/>
            <a:ext cx="7373112" cy="55114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3721B04-C243-49A9-B5D3-483379290943}"/>
              </a:ext>
            </a:extLst>
          </p:cNvPr>
          <p:cNvSpPr>
            <a:spLocks noGrp="1"/>
          </p:cNvSpPr>
          <p:nvPr>
            <p:ph type="body" sz="half" idx="2"/>
          </p:nvPr>
        </p:nvSpPr>
        <p:spPr>
          <a:xfrm>
            <a:off x="448056" y="1735200"/>
            <a:ext cx="3447288" cy="421475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E949C-DD35-44F6-B45A-35134D7E1299}"/>
              </a:ext>
            </a:extLst>
          </p:cNvPr>
          <p:cNvSpPr>
            <a:spLocks noGrp="1"/>
          </p:cNvSpPr>
          <p:nvPr>
            <p:ph type="dt" sz="half" idx="10"/>
          </p:nvPr>
        </p:nvSpPr>
        <p:spPr>
          <a:xfrm>
            <a:off x="438912" y="6153912"/>
            <a:ext cx="3456432" cy="502920"/>
          </a:xfrm>
          <a:prstGeom prst="rect">
            <a:avLst/>
          </a:prstGeom>
        </p:spPr>
        <p:txBody>
          <a:bodyPr/>
          <a:lstStyle/>
          <a:p>
            <a:fld id="{51D3F6BF-A585-41F8-88DF-7E5D069F892A}" type="datetime2">
              <a:rPr lang="en-US" smtClean="0"/>
              <a:t>Tuesday, April 14, 2026</a:t>
            </a:fld>
            <a:endParaRPr lang="en-US"/>
          </a:p>
        </p:txBody>
      </p:sp>
      <p:sp>
        <p:nvSpPr>
          <p:cNvPr id="6" name="Footer Placeholder 5">
            <a:extLst>
              <a:ext uri="{FF2B5EF4-FFF2-40B4-BE49-F238E27FC236}">
                <a16:creationId xmlns:a16="http://schemas.microsoft.com/office/drawing/2014/main" id="{6BC70102-4B8E-4FEC-9BB7-97FDC1EABF8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6693AF-08A9-4388-A9B8-174D53955998}"/>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209924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33FC-38A1-463C-BF3D-0D99784E02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2AFD076A-A004-4560-A43B-028624E20D17}"/>
              </a:ext>
            </a:extLst>
          </p:cNvPr>
          <p:cNvSpPr>
            <a:spLocks noGrp="1"/>
          </p:cNvSpPr>
          <p:nvPr>
            <p:ph type="body" orient="vert" idx="1"/>
          </p:nvPr>
        </p:nvSpPr>
        <p:spPr>
          <a:xfrm>
            <a:off x="448056" y="1956816"/>
            <a:ext cx="11301984" cy="3995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FCFBA60-9309-4F2A-9FA9-305C4AFBECAF}"/>
              </a:ext>
            </a:extLst>
          </p:cNvPr>
          <p:cNvSpPr>
            <a:spLocks noGrp="1"/>
          </p:cNvSpPr>
          <p:nvPr>
            <p:ph type="dt" sz="half" idx="10"/>
          </p:nvPr>
        </p:nvSpPr>
        <p:spPr>
          <a:xfrm>
            <a:off x="438912" y="6153912"/>
            <a:ext cx="3456432" cy="502920"/>
          </a:xfrm>
          <a:prstGeom prst="rect">
            <a:avLst/>
          </a:prstGeom>
        </p:spPr>
        <p:txBody>
          <a:bodyPr/>
          <a:lstStyle/>
          <a:p>
            <a:fld id="{53CF612A-4CB0-4F57-9A87-F049CECB184D}" type="datetime2">
              <a:rPr lang="en-US" smtClean="0"/>
              <a:t>Tuesday, April 14, 2026</a:t>
            </a:fld>
            <a:endParaRPr lang="en-US"/>
          </a:p>
        </p:txBody>
      </p:sp>
      <p:sp>
        <p:nvSpPr>
          <p:cNvPr id="5" name="Footer Placeholder 4">
            <a:extLst>
              <a:ext uri="{FF2B5EF4-FFF2-40B4-BE49-F238E27FC236}">
                <a16:creationId xmlns:a16="http://schemas.microsoft.com/office/drawing/2014/main" id="{491BF451-928F-4E55-8A76-111D0E21121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B5EC161-BA80-4E93-AEB1-B61E38C098BB}"/>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241706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44E3E-5EFE-4FCB-86A2-5E20CC6525EC}"/>
              </a:ext>
            </a:extLst>
          </p:cNvPr>
          <p:cNvSpPr>
            <a:spLocks noGrp="1"/>
          </p:cNvSpPr>
          <p:nvPr>
            <p:ph type="title" orient="vert"/>
          </p:nvPr>
        </p:nvSpPr>
        <p:spPr>
          <a:xfrm>
            <a:off x="10232136" y="448056"/>
            <a:ext cx="1581912" cy="550468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95005E-2E0C-4200-BF29-1135A35EE9B9}"/>
              </a:ext>
            </a:extLst>
          </p:cNvPr>
          <p:cNvSpPr>
            <a:spLocks noGrp="1"/>
          </p:cNvSpPr>
          <p:nvPr>
            <p:ph type="body" orient="vert" idx="1"/>
          </p:nvPr>
        </p:nvSpPr>
        <p:spPr>
          <a:xfrm>
            <a:off x="438912" y="438912"/>
            <a:ext cx="9436608" cy="55046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12BBBED-3B21-4271-BC0F-BBA258B59D48}"/>
              </a:ext>
            </a:extLst>
          </p:cNvPr>
          <p:cNvSpPr>
            <a:spLocks noGrp="1"/>
          </p:cNvSpPr>
          <p:nvPr>
            <p:ph type="dt" sz="half" idx="10"/>
          </p:nvPr>
        </p:nvSpPr>
        <p:spPr>
          <a:xfrm>
            <a:off x="438912" y="6153912"/>
            <a:ext cx="3456432" cy="502920"/>
          </a:xfrm>
          <a:prstGeom prst="rect">
            <a:avLst/>
          </a:prstGeom>
        </p:spPr>
        <p:txBody>
          <a:bodyPr/>
          <a:lstStyle/>
          <a:p>
            <a:fld id="{8F397F40-C8F7-4897-A6B8-241042F913A9}" type="datetime2">
              <a:rPr lang="en-US" smtClean="0"/>
              <a:t>Tuesday, April 14, 2026</a:t>
            </a:fld>
            <a:endParaRPr lang="en-US"/>
          </a:p>
        </p:txBody>
      </p:sp>
      <p:sp>
        <p:nvSpPr>
          <p:cNvPr id="5" name="Footer Placeholder 4">
            <a:extLst>
              <a:ext uri="{FF2B5EF4-FFF2-40B4-BE49-F238E27FC236}">
                <a16:creationId xmlns:a16="http://schemas.microsoft.com/office/drawing/2014/main" id="{2D89CED5-56F3-4943-8143-918F7A860CD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9C87180-7248-4741-8E3B-9AAFB414DD95}"/>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64771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DDBCE8-F60C-4E3A-83C0-BDE8DD2DE1FD}"/>
              </a:ext>
            </a:extLst>
          </p:cNvPr>
          <p:cNvSpPr>
            <a:spLocks noGrp="1"/>
          </p:cNvSpPr>
          <p:nvPr>
            <p:ph type="title"/>
          </p:nvPr>
        </p:nvSpPr>
        <p:spPr>
          <a:xfrm>
            <a:off x="448056" y="388800"/>
            <a:ext cx="11301984" cy="11412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BC57F-72F2-48BC-B1EE-1F2C6155D72E}"/>
              </a:ext>
            </a:extLst>
          </p:cNvPr>
          <p:cNvSpPr>
            <a:spLocks noGrp="1"/>
          </p:cNvSpPr>
          <p:nvPr>
            <p:ph type="body" idx="1"/>
          </p:nvPr>
        </p:nvSpPr>
        <p:spPr>
          <a:xfrm>
            <a:off x="448056" y="1733550"/>
            <a:ext cx="11293200" cy="3783013"/>
          </a:xfrm>
          <a:prstGeom prst="rect">
            <a:avLst/>
          </a:prstGeom>
        </p:spPr>
        <p:txBody>
          <a:bodyPr vert="horz" lIns="0" tIns="0" rIns="9144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30FBC45-A4BC-4EE5-82B1-8BC79122559A}"/>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6" name="Slide Number Placeholder 5">
            <a:extLst>
              <a:ext uri="{FF2B5EF4-FFF2-40B4-BE49-F238E27FC236}">
                <a16:creationId xmlns:a16="http://schemas.microsoft.com/office/drawing/2014/main" id="{725E1300-1995-409E-B058-59180872B6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0" name="Date Placeholder 3">
            <a:extLst>
              <a:ext uri="{FF2B5EF4-FFF2-40B4-BE49-F238E27FC236}">
                <a16:creationId xmlns:a16="http://schemas.microsoft.com/office/drawing/2014/main" id="{639030E9-7F3B-403F-96B2-7C2C627C30A0}"/>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Tuesday, April 14, 2026</a:t>
            </a:fld>
            <a:endParaRPr lang="en-US" dirty="0"/>
          </a:p>
        </p:txBody>
      </p:sp>
    </p:spTree>
    <p:extLst>
      <p:ext uri="{BB962C8B-B14F-4D97-AF65-F5344CB8AC3E}">
        <p14:creationId xmlns:p14="http://schemas.microsoft.com/office/powerpoint/2010/main" val="101971795"/>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p:titleStyle>
    <p:bodyStyle>
      <a:lvl1pPr marL="450000" indent="-448056" algn="l" defTabSz="914400" rtl="0" eaLnBrk="1" latinLnBrk="0" hangingPunct="1">
        <a:lnSpc>
          <a:spcPct val="140000"/>
        </a:lnSpc>
        <a:spcBef>
          <a:spcPts val="1000"/>
        </a:spcBef>
        <a:buFont typeface="Calibri Light" panose="020F0302020204030204" pitchFamily="34" charset="0"/>
        <a:buChar char="→"/>
        <a:defRPr sz="1800" kern="1200">
          <a:solidFill>
            <a:schemeClr val="tx2">
              <a:alpha val="55000"/>
            </a:schemeClr>
          </a:solidFill>
          <a:latin typeface="+mn-lt"/>
          <a:ea typeface="+mn-ea"/>
          <a:cs typeface="+mn-cs"/>
        </a:defRPr>
      </a:lvl1pPr>
      <a:lvl2pPr marL="90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2pPr>
      <a:lvl3pPr marL="135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3pPr>
      <a:lvl4pPr marL="180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4pPr>
      <a:lvl5pPr marL="225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news.northeastern.edu/2023/07/27/phone-location-tracking-research/" TargetMode="External"/><Relationship Id="rId3" Type="http://schemas.openxmlformats.org/officeDocument/2006/relationships/hyperlink" Target="https://www.csoonline.com/article/509643/how-to-hack-a-phone.html" TargetMode="External"/><Relationship Id="rId7" Type="http://schemas.openxmlformats.org/officeDocument/2006/relationships/hyperlink" Target="https://hop.extrahop.com/resources/attacks/remote-services-exploitation/#:~:text=Remote%20services%20exploitation%20is%20a,error)%20or%20a%20valid%20account" TargetMode="External"/><Relationship Id="rId2" Type="http://schemas.openxmlformats.org/officeDocument/2006/relationships/hyperlink" Target="https://www.merriam-webster.com/dictionary/compromised" TargetMode="External"/><Relationship Id="rId1" Type="http://schemas.openxmlformats.org/officeDocument/2006/relationships/slideLayout" Target="../slideLayouts/slideLayout2.xml"/><Relationship Id="rId6" Type="http://schemas.openxmlformats.org/officeDocument/2006/relationships/hyperlink" Target="https://www.asurion.com/connect/tech-tips/what-to-do-if-your-phone-has-been-hacked/" TargetMode="External"/><Relationship Id="rId5" Type="http://schemas.openxmlformats.org/officeDocument/2006/relationships/hyperlink" Target="https://usa.kaspersky.com/resource-center/threats/how-to-stop-phone-hacking" TargetMode="External"/><Relationship Id="rId4" Type="http://schemas.openxmlformats.org/officeDocument/2006/relationships/hyperlink" Target="https://www.freecodecamp.org/news/how-hackers-can-breach-your-smartphones-secur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C448D53-ACA1-4CA4-B08A-09FB0780C7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6AFCB9-1E6B-8389-04FB-81A5E38F499A}"/>
              </a:ext>
            </a:extLst>
          </p:cNvPr>
          <p:cNvSpPr>
            <a:spLocks noGrp="1"/>
          </p:cNvSpPr>
          <p:nvPr>
            <p:ph type="ctrTitle"/>
          </p:nvPr>
        </p:nvSpPr>
        <p:spPr>
          <a:xfrm>
            <a:off x="4385412" y="448056"/>
            <a:ext cx="7355484" cy="3401568"/>
          </a:xfrm>
        </p:spPr>
        <p:txBody>
          <a:bodyPr>
            <a:normAutofit/>
          </a:bodyPr>
          <a:lstStyle/>
          <a:p>
            <a:r>
              <a:rPr lang="en-US"/>
              <a:t>How to Compromise a Cell Phone?</a:t>
            </a:r>
          </a:p>
        </p:txBody>
      </p:sp>
      <p:sp>
        <p:nvSpPr>
          <p:cNvPr id="3" name="Subtitle 2">
            <a:extLst>
              <a:ext uri="{FF2B5EF4-FFF2-40B4-BE49-F238E27FC236}">
                <a16:creationId xmlns:a16="http://schemas.microsoft.com/office/drawing/2014/main" id="{C88F62B2-3ECB-2748-C936-1625D03EFB3F}"/>
              </a:ext>
            </a:extLst>
          </p:cNvPr>
          <p:cNvSpPr>
            <a:spLocks noGrp="1"/>
          </p:cNvSpPr>
          <p:nvPr>
            <p:ph type="subTitle" idx="1"/>
          </p:nvPr>
        </p:nvSpPr>
        <p:spPr>
          <a:xfrm>
            <a:off x="4385412" y="4471416"/>
            <a:ext cx="7355484" cy="1481328"/>
          </a:xfrm>
        </p:spPr>
        <p:txBody>
          <a:bodyPr>
            <a:normAutofit/>
          </a:bodyPr>
          <a:lstStyle/>
          <a:p>
            <a:r>
              <a:rPr lang="en-US"/>
              <a:t>By: Jacob Nagle</a:t>
            </a:r>
          </a:p>
        </p:txBody>
      </p:sp>
      <p:pic>
        <p:nvPicPr>
          <p:cNvPr id="8" name="Picture 7">
            <a:extLst>
              <a:ext uri="{FF2B5EF4-FFF2-40B4-BE49-F238E27FC236}">
                <a16:creationId xmlns:a16="http://schemas.microsoft.com/office/drawing/2014/main" id="{A67A4DBF-AED3-07B1-DE52-BB7200D69A74}"/>
              </a:ext>
            </a:extLst>
          </p:cNvPr>
          <p:cNvPicPr>
            <a:picLocks noChangeAspect="1"/>
          </p:cNvPicPr>
          <p:nvPr/>
        </p:nvPicPr>
        <p:blipFill>
          <a:blip r:embed="rId2"/>
          <a:stretch>
            <a:fillRect/>
          </a:stretch>
        </p:blipFill>
        <p:spPr>
          <a:xfrm>
            <a:off x="449997" y="879060"/>
            <a:ext cx="3448799" cy="1801997"/>
          </a:xfrm>
          <a:custGeom>
            <a:avLst/>
            <a:gdLst/>
            <a:ahLst/>
            <a:cxnLst/>
            <a:rect l="l" t="t" r="r" b="b"/>
            <a:pathLst>
              <a:path w="3448799" h="2663999">
                <a:moveTo>
                  <a:pt x="0" y="0"/>
                </a:moveTo>
                <a:lnTo>
                  <a:pt x="3448799" y="0"/>
                </a:lnTo>
                <a:lnTo>
                  <a:pt x="3448799" y="2663999"/>
                </a:lnTo>
                <a:lnTo>
                  <a:pt x="0" y="2663999"/>
                </a:lnTo>
                <a:close/>
              </a:path>
            </a:pathLst>
          </a:custGeom>
        </p:spPr>
      </p:pic>
      <p:pic>
        <p:nvPicPr>
          <p:cNvPr id="4" name="Picture 3">
            <a:extLst>
              <a:ext uri="{FF2B5EF4-FFF2-40B4-BE49-F238E27FC236}">
                <a16:creationId xmlns:a16="http://schemas.microsoft.com/office/drawing/2014/main" id="{1E9ACA43-A25A-BF7E-53E8-C0A198C3DEAC}"/>
              </a:ext>
            </a:extLst>
          </p:cNvPr>
          <p:cNvPicPr>
            <a:picLocks noChangeAspect="1"/>
          </p:cNvPicPr>
          <p:nvPr/>
        </p:nvPicPr>
        <p:blipFill rotWithShape="1">
          <a:blip r:embed="rId3"/>
          <a:srcRect l="25214" r="14554" b="1"/>
          <a:stretch/>
        </p:blipFill>
        <p:spPr>
          <a:xfrm>
            <a:off x="1032334" y="3292059"/>
            <a:ext cx="2284122" cy="2663999"/>
          </a:xfrm>
          <a:custGeom>
            <a:avLst/>
            <a:gdLst/>
            <a:ahLst/>
            <a:cxnLst/>
            <a:rect l="l" t="t" r="r" b="b"/>
            <a:pathLst>
              <a:path w="3448799" h="2664001">
                <a:moveTo>
                  <a:pt x="0" y="0"/>
                </a:moveTo>
                <a:lnTo>
                  <a:pt x="3448799" y="0"/>
                </a:lnTo>
                <a:lnTo>
                  <a:pt x="3448799" y="2664001"/>
                </a:lnTo>
                <a:lnTo>
                  <a:pt x="0" y="2664001"/>
                </a:lnTo>
                <a:close/>
              </a:path>
            </a:pathLst>
          </a:custGeom>
        </p:spPr>
      </p:pic>
      <p:cxnSp>
        <p:nvCxnSpPr>
          <p:cNvPr id="18" name="Straight Connector 17">
            <a:extLst>
              <a:ext uri="{FF2B5EF4-FFF2-40B4-BE49-F238E27FC236}">
                <a16:creationId xmlns:a16="http://schemas.microsoft.com/office/drawing/2014/main" id="{3B5719CE-F76F-4313-9A48-ADF79E67BB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85412" y="4122000"/>
            <a:ext cx="73800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352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2684F9-4E7E-BD3F-0545-F5D4ED4534E5}"/>
              </a:ext>
            </a:extLst>
          </p:cNvPr>
          <p:cNvSpPr>
            <a:spLocks noGrp="1"/>
          </p:cNvSpPr>
          <p:nvPr>
            <p:ph type="title"/>
          </p:nvPr>
        </p:nvSpPr>
        <p:spPr>
          <a:xfrm>
            <a:off x="448056" y="388800"/>
            <a:ext cx="5432044" cy="860400"/>
          </a:xfrm>
        </p:spPr>
        <p:txBody>
          <a:bodyPr anchor="b">
            <a:normAutofit/>
          </a:bodyPr>
          <a:lstStyle/>
          <a:p>
            <a:r>
              <a:rPr lang="en-US" sz="3000"/>
              <a:t>What Does It Mean To Compromise?</a:t>
            </a:r>
          </a:p>
        </p:txBody>
      </p:sp>
      <p:cxnSp>
        <p:nvCxnSpPr>
          <p:cNvPr id="11" name="Straight Connector 10">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72899BB-8F85-AE7E-B9F8-1AC501345F24}"/>
              </a:ext>
            </a:extLst>
          </p:cNvPr>
          <p:cNvSpPr>
            <a:spLocks noGrp="1"/>
          </p:cNvSpPr>
          <p:nvPr>
            <p:ph idx="1"/>
          </p:nvPr>
        </p:nvSpPr>
        <p:spPr>
          <a:xfrm>
            <a:off x="448056" y="1944000"/>
            <a:ext cx="5432044" cy="4006800"/>
          </a:xfrm>
        </p:spPr>
        <p:txBody>
          <a:bodyPr>
            <a:normAutofit/>
          </a:bodyPr>
          <a:lstStyle/>
          <a:p>
            <a:r>
              <a:rPr lang="en-US" dirty="0"/>
              <a:t>According to Webster Dictionary, to be Compromised means that, “made vulnerable (as to attack or misuse) by unauthorized access, revelation, or exposure” (Webster, 2024). </a:t>
            </a:r>
          </a:p>
        </p:txBody>
      </p:sp>
      <p:pic>
        <p:nvPicPr>
          <p:cNvPr id="4" name="Picture 3">
            <a:extLst>
              <a:ext uri="{FF2B5EF4-FFF2-40B4-BE49-F238E27FC236}">
                <a16:creationId xmlns:a16="http://schemas.microsoft.com/office/drawing/2014/main" id="{BF6DA952-2C22-29EA-1352-17A198B3007D}"/>
              </a:ext>
            </a:extLst>
          </p:cNvPr>
          <p:cNvPicPr>
            <a:picLocks noChangeAspect="1"/>
          </p:cNvPicPr>
          <p:nvPr/>
        </p:nvPicPr>
        <p:blipFill>
          <a:blip r:embed="rId2"/>
          <a:stretch>
            <a:fillRect/>
          </a:stretch>
        </p:blipFill>
        <p:spPr>
          <a:xfrm>
            <a:off x="6307308" y="1498810"/>
            <a:ext cx="5441280" cy="3410379"/>
          </a:xfrm>
          <a:prstGeom prst="rect">
            <a:avLst/>
          </a:prstGeom>
        </p:spPr>
      </p:pic>
    </p:spTree>
    <p:extLst>
      <p:ext uri="{BB962C8B-B14F-4D97-AF65-F5344CB8AC3E}">
        <p14:creationId xmlns:p14="http://schemas.microsoft.com/office/powerpoint/2010/main" val="2033278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E21CA63-4B99-4925-8CAF-F408D7AB0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041A2A-4551-56F8-98E7-45385263AB66}"/>
              </a:ext>
            </a:extLst>
          </p:cNvPr>
          <p:cNvSpPr>
            <a:spLocks noGrp="1"/>
          </p:cNvSpPr>
          <p:nvPr>
            <p:ph type="title"/>
          </p:nvPr>
        </p:nvSpPr>
        <p:spPr>
          <a:xfrm>
            <a:off x="8423988" y="388799"/>
            <a:ext cx="2854800" cy="5965199"/>
          </a:xfrm>
        </p:spPr>
        <p:txBody>
          <a:bodyPr>
            <a:normAutofit/>
          </a:bodyPr>
          <a:lstStyle/>
          <a:p>
            <a:r>
              <a:rPr lang="en-US" dirty="0"/>
              <a:t>Different Methods to Compromising</a:t>
            </a:r>
          </a:p>
        </p:txBody>
      </p:sp>
      <p:cxnSp>
        <p:nvCxnSpPr>
          <p:cNvPr id="18" name="Straight Connector 17">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73988"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19" name="Content Placeholder 2">
            <a:extLst>
              <a:ext uri="{FF2B5EF4-FFF2-40B4-BE49-F238E27FC236}">
                <a16:creationId xmlns:a16="http://schemas.microsoft.com/office/drawing/2014/main" id="{E6DDD658-25E7-BBD6-7ADE-7A35A804A836}"/>
              </a:ext>
            </a:extLst>
          </p:cNvPr>
          <p:cNvGraphicFramePr>
            <a:graphicFrameLocks noGrp="1"/>
          </p:cNvGraphicFramePr>
          <p:nvPr>
            <p:ph idx="1"/>
            <p:extLst>
              <p:ext uri="{D42A27DB-BD31-4B8C-83A1-F6EECF244321}">
                <p14:modId xmlns:p14="http://schemas.microsoft.com/office/powerpoint/2010/main" val="42931368"/>
              </p:ext>
            </p:extLst>
          </p:nvPr>
        </p:nvGraphicFramePr>
        <p:xfrm>
          <a:off x="450000" y="449997"/>
          <a:ext cx="7084788" cy="5958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5086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88A3-3B7C-48A0-FEE9-277B61CD9C36}"/>
              </a:ext>
            </a:extLst>
          </p:cNvPr>
          <p:cNvSpPr>
            <a:spLocks noGrp="1"/>
          </p:cNvSpPr>
          <p:nvPr>
            <p:ph type="title"/>
          </p:nvPr>
        </p:nvSpPr>
        <p:spPr/>
        <p:txBody>
          <a:bodyPr/>
          <a:lstStyle/>
          <a:p>
            <a:r>
              <a:rPr lang="en-US" dirty="0"/>
              <a:t>What are the More Dangerous Methods? </a:t>
            </a:r>
          </a:p>
        </p:txBody>
      </p:sp>
      <p:graphicFrame>
        <p:nvGraphicFramePr>
          <p:cNvPr id="21" name="Content Placeholder 2">
            <a:extLst>
              <a:ext uri="{FF2B5EF4-FFF2-40B4-BE49-F238E27FC236}">
                <a16:creationId xmlns:a16="http://schemas.microsoft.com/office/drawing/2014/main" id="{0594100B-397C-2CEC-7140-6D575077F2EE}"/>
              </a:ext>
            </a:extLst>
          </p:cNvPr>
          <p:cNvGraphicFramePr>
            <a:graphicFrameLocks noGrp="1"/>
          </p:cNvGraphicFramePr>
          <p:nvPr>
            <p:ph idx="1"/>
          </p:nvPr>
        </p:nvGraphicFramePr>
        <p:xfrm>
          <a:off x="0" y="959400"/>
          <a:ext cx="11293200" cy="51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8988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C4AC91-30B8-4B0B-A187-C39F19131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E87B52-5ADF-3D06-11E7-E12264C625EC}"/>
              </a:ext>
            </a:extLst>
          </p:cNvPr>
          <p:cNvSpPr>
            <a:spLocks noGrp="1"/>
          </p:cNvSpPr>
          <p:nvPr>
            <p:ph type="title"/>
          </p:nvPr>
        </p:nvSpPr>
        <p:spPr>
          <a:xfrm>
            <a:off x="448056" y="389970"/>
            <a:ext cx="11301984" cy="860400"/>
          </a:xfrm>
        </p:spPr>
        <p:txBody>
          <a:bodyPr anchor="b">
            <a:normAutofit/>
          </a:bodyPr>
          <a:lstStyle/>
          <a:p>
            <a:r>
              <a:rPr lang="en-US" dirty="0"/>
              <a:t>What are Some Common Vulnerabilities? </a:t>
            </a:r>
          </a:p>
        </p:txBody>
      </p:sp>
      <p:cxnSp>
        <p:nvCxnSpPr>
          <p:cNvPr id="11" name="Straight Connector 10">
            <a:extLst>
              <a:ext uri="{FF2B5EF4-FFF2-40B4-BE49-F238E27FC236}">
                <a16:creationId xmlns:a16="http://schemas.microsoft.com/office/drawing/2014/main" id="{493FE3F6-2B23-4E4E-AA49-C212646DC7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E652D93-5BA6-B566-4EA6-7761603ECB04}"/>
              </a:ext>
            </a:extLst>
          </p:cNvPr>
          <p:cNvGraphicFramePr>
            <a:graphicFrameLocks noGrp="1"/>
          </p:cNvGraphicFramePr>
          <p:nvPr>
            <p:ph idx="1"/>
            <p:extLst>
              <p:ext uri="{D42A27DB-BD31-4B8C-83A1-F6EECF244321}">
                <p14:modId xmlns:p14="http://schemas.microsoft.com/office/powerpoint/2010/main" val="1898957331"/>
              </p:ext>
            </p:extLst>
          </p:nvPr>
        </p:nvGraphicFramePr>
        <p:xfrm>
          <a:off x="450000" y="2059200"/>
          <a:ext cx="11293475" cy="3783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7740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D6BCA94-FEDC-4F9B-820A-BA138802E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C63F86-900C-0DB5-F5CF-7D58DF64F452}"/>
              </a:ext>
            </a:extLst>
          </p:cNvPr>
          <p:cNvSpPr>
            <a:spLocks noGrp="1"/>
          </p:cNvSpPr>
          <p:nvPr>
            <p:ph type="title"/>
          </p:nvPr>
        </p:nvSpPr>
        <p:spPr>
          <a:xfrm>
            <a:off x="448056" y="388800"/>
            <a:ext cx="11300532" cy="986400"/>
          </a:xfrm>
        </p:spPr>
        <p:txBody>
          <a:bodyPr anchor="b">
            <a:normAutofit/>
          </a:bodyPr>
          <a:lstStyle/>
          <a:p>
            <a:r>
              <a:rPr lang="en-US" sz="6400"/>
              <a:t>What to Avoid?	</a:t>
            </a:r>
          </a:p>
        </p:txBody>
      </p:sp>
      <p:cxnSp>
        <p:nvCxnSpPr>
          <p:cNvPr id="12" name="Straight Connector 11">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Graphic 6" descr="Laptop Secure">
            <a:extLst>
              <a:ext uri="{FF2B5EF4-FFF2-40B4-BE49-F238E27FC236}">
                <a16:creationId xmlns:a16="http://schemas.microsoft.com/office/drawing/2014/main" id="{2850936D-641B-8806-4A2D-53292B9209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49" y="2059200"/>
            <a:ext cx="3891600" cy="3891600"/>
          </a:xfrm>
          <a:prstGeom prst="rect">
            <a:avLst/>
          </a:prstGeom>
        </p:spPr>
      </p:pic>
      <p:sp>
        <p:nvSpPr>
          <p:cNvPr id="3" name="Content Placeholder 2">
            <a:extLst>
              <a:ext uri="{FF2B5EF4-FFF2-40B4-BE49-F238E27FC236}">
                <a16:creationId xmlns:a16="http://schemas.microsoft.com/office/drawing/2014/main" id="{F3D766F4-190C-8E86-37C0-C0A39F261957}"/>
              </a:ext>
            </a:extLst>
          </p:cNvPr>
          <p:cNvSpPr>
            <a:spLocks noGrp="1"/>
          </p:cNvSpPr>
          <p:nvPr>
            <p:ph idx="1"/>
          </p:nvPr>
        </p:nvSpPr>
        <p:spPr>
          <a:xfrm>
            <a:off x="6311900" y="1944000"/>
            <a:ext cx="5434900" cy="4006800"/>
          </a:xfrm>
        </p:spPr>
        <p:txBody>
          <a:bodyPr>
            <a:normAutofit/>
          </a:bodyPr>
          <a:lstStyle/>
          <a:p>
            <a:pPr>
              <a:lnSpc>
                <a:spcPct val="130000"/>
              </a:lnSpc>
            </a:pPr>
            <a:r>
              <a:rPr lang="en-US" sz="1500"/>
              <a:t>When you are trying not to have your information open for attackers to gain, there some things to watch out for:</a:t>
            </a:r>
          </a:p>
          <a:p>
            <a:pPr lvl="1">
              <a:lnSpc>
                <a:spcPct val="130000"/>
              </a:lnSpc>
            </a:pPr>
            <a:r>
              <a:rPr lang="en-US" sz="1500"/>
              <a:t>Only download trusted apps from your devices trusted app store. </a:t>
            </a:r>
          </a:p>
          <a:p>
            <a:pPr lvl="1">
              <a:lnSpc>
                <a:spcPct val="130000"/>
              </a:lnSpc>
            </a:pPr>
            <a:r>
              <a:rPr lang="en-US" sz="1500"/>
              <a:t>Be sure to always have your phone with you, letting an attacker gain physical access to your device is the best way to have your device hacked.</a:t>
            </a:r>
          </a:p>
          <a:p>
            <a:pPr lvl="1">
              <a:lnSpc>
                <a:spcPct val="130000"/>
              </a:lnSpc>
            </a:pPr>
            <a:r>
              <a:rPr lang="en-US" sz="1500"/>
              <a:t>Keep your device updated.</a:t>
            </a:r>
          </a:p>
          <a:p>
            <a:pPr lvl="1">
              <a:lnSpc>
                <a:spcPct val="130000"/>
              </a:lnSpc>
            </a:pPr>
            <a:r>
              <a:rPr lang="en-US" sz="1500"/>
              <a:t>Do not open links unless they were sent from a trusted source. </a:t>
            </a:r>
          </a:p>
          <a:p>
            <a:pPr lvl="1">
              <a:lnSpc>
                <a:spcPct val="130000"/>
              </a:lnSpc>
            </a:pPr>
            <a:r>
              <a:rPr lang="en-US" sz="1500"/>
              <a:t>Do not connect via Bluetooth nor via Wi-Fi to public access points (Kaspersky, 2024).</a:t>
            </a:r>
          </a:p>
          <a:p>
            <a:pPr lvl="1">
              <a:lnSpc>
                <a:spcPct val="130000"/>
              </a:lnSpc>
            </a:pPr>
            <a:endParaRPr lang="en-US" sz="1500"/>
          </a:p>
        </p:txBody>
      </p:sp>
    </p:spTree>
    <p:extLst>
      <p:ext uri="{BB962C8B-B14F-4D97-AF65-F5344CB8AC3E}">
        <p14:creationId xmlns:p14="http://schemas.microsoft.com/office/powerpoint/2010/main" val="925155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C4AC91-30B8-4B0B-A187-C39F19131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2513B1-1912-CA38-C3D0-6000193CD20C}"/>
              </a:ext>
            </a:extLst>
          </p:cNvPr>
          <p:cNvSpPr>
            <a:spLocks noGrp="1"/>
          </p:cNvSpPr>
          <p:nvPr>
            <p:ph type="title"/>
          </p:nvPr>
        </p:nvSpPr>
        <p:spPr>
          <a:xfrm>
            <a:off x="448056" y="389970"/>
            <a:ext cx="11301984" cy="860400"/>
          </a:xfrm>
        </p:spPr>
        <p:txBody>
          <a:bodyPr anchor="b">
            <a:normAutofit/>
          </a:bodyPr>
          <a:lstStyle/>
          <a:p>
            <a:r>
              <a:rPr lang="en-US" dirty="0"/>
              <a:t>What Happens If Your Cell Phone is Compromised?</a:t>
            </a:r>
          </a:p>
        </p:txBody>
      </p:sp>
      <p:cxnSp>
        <p:nvCxnSpPr>
          <p:cNvPr id="11" name="Straight Connector 10">
            <a:extLst>
              <a:ext uri="{FF2B5EF4-FFF2-40B4-BE49-F238E27FC236}">
                <a16:creationId xmlns:a16="http://schemas.microsoft.com/office/drawing/2014/main" id="{493FE3F6-2B23-4E4E-AA49-C212646DC7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D10E88A-C2D4-7257-B34C-A3E173173D49}"/>
              </a:ext>
            </a:extLst>
          </p:cNvPr>
          <p:cNvGraphicFramePr>
            <a:graphicFrameLocks noGrp="1"/>
          </p:cNvGraphicFramePr>
          <p:nvPr>
            <p:ph idx="1"/>
            <p:extLst>
              <p:ext uri="{D42A27DB-BD31-4B8C-83A1-F6EECF244321}">
                <p14:modId xmlns:p14="http://schemas.microsoft.com/office/powerpoint/2010/main" val="720312556"/>
              </p:ext>
            </p:extLst>
          </p:nvPr>
        </p:nvGraphicFramePr>
        <p:xfrm>
          <a:off x="450000" y="2059200"/>
          <a:ext cx="11293475" cy="3783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0587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BCA94-FEDC-4F9B-820A-BA138802E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D546C-9E4A-0DEA-A5DE-97A62562ECE5}"/>
              </a:ext>
            </a:extLst>
          </p:cNvPr>
          <p:cNvSpPr>
            <a:spLocks noGrp="1"/>
          </p:cNvSpPr>
          <p:nvPr>
            <p:ph type="title"/>
          </p:nvPr>
        </p:nvSpPr>
        <p:spPr>
          <a:xfrm>
            <a:off x="448056" y="388800"/>
            <a:ext cx="11300532" cy="986400"/>
          </a:xfrm>
        </p:spPr>
        <p:txBody>
          <a:bodyPr anchor="b">
            <a:normAutofit/>
          </a:bodyPr>
          <a:lstStyle/>
          <a:p>
            <a:r>
              <a:rPr lang="en-US" sz="4000"/>
              <a:t>What to do When Your Phone Has Been Compromised?</a:t>
            </a:r>
          </a:p>
        </p:txBody>
      </p:sp>
      <p:cxnSp>
        <p:nvCxnSpPr>
          <p:cNvPr id="17" name="Straight Connector 16">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B3C2989-7B1F-7B43-BF2D-847E0DFD478E}"/>
              </a:ext>
            </a:extLst>
          </p:cNvPr>
          <p:cNvPicPr>
            <a:picLocks noChangeAspect="1"/>
          </p:cNvPicPr>
          <p:nvPr/>
        </p:nvPicPr>
        <p:blipFill>
          <a:blip r:embed="rId2"/>
          <a:stretch>
            <a:fillRect/>
          </a:stretch>
        </p:blipFill>
        <p:spPr>
          <a:xfrm>
            <a:off x="567306" y="2059200"/>
            <a:ext cx="5195486" cy="3891600"/>
          </a:xfrm>
          <a:prstGeom prst="rect">
            <a:avLst/>
          </a:prstGeom>
        </p:spPr>
      </p:pic>
      <p:sp>
        <p:nvSpPr>
          <p:cNvPr id="3" name="Content Placeholder 2">
            <a:extLst>
              <a:ext uri="{FF2B5EF4-FFF2-40B4-BE49-F238E27FC236}">
                <a16:creationId xmlns:a16="http://schemas.microsoft.com/office/drawing/2014/main" id="{B1E505BD-1A01-BCA5-EA50-EE600750A881}"/>
              </a:ext>
            </a:extLst>
          </p:cNvPr>
          <p:cNvSpPr>
            <a:spLocks noGrp="1"/>
          </p:cNvSpPr>
          <p:nvPr>
            <p:ph idx="1"/>
          </p:nvPr>
        </p:nvSpPr>
        <p:spPr>
          <a:xfrm>
            <a:off x="5762792" y="1943999"/>
            <a:ext cx="5984008" cy="4525185"/>
          </a:xfrm>
        </p:spPr>
        <p:txBody>
          <a:bodyPr>
            <a:normAutofit/>
          </a:bodyPr>
          <a:lstStyle/>
          <a:p>
            <a:pPr>
              <a:lnSpc>
                <a:spcPct val="130000"/>
              </a:lnSpc>
            </a:pPr>
            <a:r>
              <a:rPr lang="en-US" sz="1100" dirty="0"/>
              <a:t>If there is any speculation that your device is being hacked, here are immediate actions you must take:</a:t>
            </a:r>
          </a:p>
          <a:p>
            <a:pPr lvl="1">
              <a:lnSpc>
                <a:spcPct val="130000"/>
              </a:lnSpc>
            </a:pPr>
            <a:r>
              <a:rPr lang="en-US" sz="1100" dirty="0"/>
              <a:t>Change your passwords and delete any suspicious apps or files.</a:t>
            </a:r>
          </a:p>
          <a:p>
            <a:pPr lvl="2">
              <a:lnSpc>
                <a:spcPct val="130000"/>
              </a:lnSpc>
            </a:pPr>
            <a:r>
              <a:rPr lang="en-US" sz="1100" dirty="0"/>
              <a:t>Changing your password is a must, this allows you to create a much stronger password. </a:t>
            </a:r>
          </a:p>
          <a:p>
            <a:pPr lvl="1">
              <a:lnSpc>
                <a:spcPct val="130000"/>
              </a:lnSpc>
            </a:pPr>
            <a:r>
              <a:rPr lang="en-US" sz="1100" dirty="0"/>
              <a:t>Contact your network provider or mobile carrier.</a:t>
            </a:r>
          </a:p>
          <a:p>
            <a:pPr lvl="2">
              <a:lnSpc>
                <a:spcPct val="130000"/>
              </a:lnSpc>
            </a:pPr>
            <a:r>
              <a:rPr lang="en-US" sz="1100" dirty="0"/>
              <a:t>Contacting your network provider will allow them to give you advice and guidance. </a:t>
            </a:r>
          </a:p>
          <a:p>
            <a:pPr lvl="1">
              <a:lnSpc>
                <a:spcPct val="130000"/>
              </a:lnSpc>
            </a:pPr>
            <a:r>
              <a:rPr lang="en-US" sz="1100" dirty="0"/>
              <a:t>Install antivirus software and security patches.</a:t>
            </a:r>
          </a:p>
          <a:p>
            <a:pPr lvl="2">
              <a:lnSpc>
                <a:spcPct val="130000"/>
              </a:lnSpc>
            </a:pPr>
            <a:r>
              <a:rPr lang="en-US" sz="1100" dirty="0"/>
              <a:t>Installing the antivirus will help prevent attacks in the future. </a:t>
            </a:r>
          </a:p>
          <a:p>
            <a:pPr lvl="1">
              <a:lnSpc>
                <a:spcPct val="130000"/>
              </a:lnSpc>
            </a:pPr>
            <a:r>
              <a:rPr lang="en-US" sz="1100" dirty="0"/>
              <a:t>Factory reset your device as a last resort (Asurion, 2024).</a:t>
            </a:r>
          </a:p>
          <a:p>
            <a:pPr lvl="2">
              <a:lnSpc>
                <a:spcPct val="130000"/>
              </a:lnSpc>
            </a:pPr>
            <a:r>
              <a:rPr lang="en-US" sz="1100" dirty="0"/>
              <a:t>“If all else fails and you're unable to regain control of your phone, consider performing a factory reset” (Asurion, 2024).</a:t>
            </a:r>
            <a:br>
              <a:rPr lang="en-US" sz="1100" dirty="0"/>
            </a:br>
            <a:endParaRPr lang="en-US" sz="1100" dirty="0"/>
          </a:p>
        </p:txBody>
      </p:sp>
    </p:spTree>
    <p:extLst>
      <p:ext uri="{BB962C8B-B14F-4D97-AF65-F5344CB8AC3E}">
        <p14:creationId xmlns:p14="http://schemas.microsoft.com/office/powerpoint/2010/main" val="964699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D6BCA94-FEDC-4F9B-820A-BA138802E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AB9C4D-166C-7CFB-5561-1395F1A8189C}"/>
              </a:ext>
            </a:extLst>
          </p:cNvPr>
          <p:cNvSpPr>
            <a:spLocks noGrp="1"/>
          </p:cNvSpPr>
          <p:nvPr>
            <p:ph type="title"/>
          </p:nvPr>
        </p:nvSpPr>
        <p:spPr>
          <a:xfrm>
            <a:off x="448056" y="388800"/>
            <a:ext cx="11300532" cy="986400"/>
          </a:xfrm>
        </p:spPr>
        <p:txBody>
          <a:bodyPr anchor="b">
            <a:normAutofit/>
          </a:bodyPr>
          <a:lstStyle/>
          <a:p>
            <a:r>
              <a:rPr lang="en-US" sz="6400"/>
              <a:t>Does Social Media Play a Role?</a:t>
            </a:r>
          </a:p>
        </p:txBody>
      </p:sp>
      <p:cxnSp>
        <p:nvCxnSpPr>
          <p:cNvPr id="11" name="Straight Connector 10">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7B81993-8B2F-902A-0C4F-8FA04358DA85}"/>
              </a:ext>
            </a:extLst>
          </p:cNvPr>
          <p:cNvPicPr>
            <a:picLocks noChangeAspect="1"/>
          </p:cNvPicPr>
          <p:nvPr/>
        </p:nvPicPr>
        <p:blipFill>
          <a:blip r:embed="rId2"/>
          <a:stretch>
            <a:fillRect/>
          </a:stretch>
        </p:blipFill>
        <p:spPr>
          <a:xfrm>
            <a:off x="449999" y="2198257"/>
            <a:ext cx="5430101" cy="3613485"/>
          </a:xfrm>
          <a:prstGeom prst="rect">
            <a:avLst/>
          </a:prstGeom>
        </p:spPr>
      </p:pic>
      <p:sp>
        <p:nvSpPr>
          <p:cNvPr id="3" name="Content Placeholder 2">
            <a:extLst>
              <a:ext uri="{FF2B5EF4-FFF2-40B4-BE49-F238E27FC236}">
                <a16:creationId xmlns:a16="http://schemas.microsoft.com/office/drawing/2014/main" id="{EC5580CC-058F-6520-215F-75EE916AC080}"/>
              </a:ext>
            </a:extLst>
          </p:cNvPr>
          <p:cNvSpPr>
            <a:spLocks noGrp="1"/>
          </p:cNvSpPr>
          <p:nvPr>
            <p:ph idx="1"/>
          </p:nvPr>
        </p:nvSpPr>
        <p:spPr>
          <a:xfrm>
            <a:off x="6311900" y="1944000"/>
            <a:ext cx="5434900" cy="4006800"/>
          </a:xfrm>
        </p:spPr>
        <p:txBody>
          <a:bodyPr>
            <a:normAutofit/>
          </a:bodyPr>
          <a:lstStyle/>
          <a:p>
            <a:r>
              <a:rPr lang="en-US" dirty="0"/>
              <a:t>Social media is on almost everyone's phone nowadays. Social media hacking can lead to your phone being compromised as well. When someone gets access to a persons social media account, they can get access to other personal information due to the fact that most people use the same passwords for social media as they do personal accounts. </a:t>
            </a:r>
          </a:p>
        </p:txBody>
      </p:sp>
    </p:spTree>
    <p:extLst>
      <p:ext uri="{BB962C8B-B14F-4D97-AF65-F5344CB8AC3E}">
        <p14:creationId xmlns:p14="http://schemas.microsoft.com/office/powerpoint/2010/main" val="1103835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D6BCA94-FEDC-4F9B-820A-BA138802E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DF682F-EE11-CCA3-9204-103A8D220757}"/>
              </a:ext>
            </a:extLst>
          </p:cNvPr>
          <p:cNvSpPr>
            <a:spLocks noGrp="1"/>
          </p:cNvSpPr>
          <p:nvPr>
            <p:ph type="title"/>
          </p:nvPr>
        </p:nvSpPr>
        <p:spPr>
          <a:xfrm>
            <a:off x="448056" y="388800"/>
            <a:ext cx="11300532" cy="986400"/>
          </a:xfrm>
        </p:spPr>
        <p:txBody>
          <a:bodyPr anchor="b">
            <a:normAutofit/>
          </a:bodyPr>
          <a:lstStyle/>
          <a:p>
            <a:r>
              <a:rPr lang="en-US" sz="6400"/>
              <a:t>What is Remote Exploitation?</a:t>
            </a:r>
          </a:p>
        </p:txBody>
      </p:sp>
      <p:cxnSp>
        <p:nvCxnSpPr>
          <p:cNvPr id="13" name="Straight Connector 12">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Game controller">
            <a:extLst>
              <a:ext uri="{FF2B5EF4-FFF2-40B4-BE49-F238E27FC236}">
                <a16:creationId xmlns:a16="http://schemas.microsoft.com/office/drawing/2014/main" id="{A79245AE-BD2D-FC17-EF87-BDE139FE902C}"/>
              </a:ext>
            </a:extLst>
          </p:cNvPr>
          <p:cNvPicPr>
            <a:picLocks noChangeAspect="1"/>
          </p:cNvPicPr>
          <p:nvPr/>
        </p:nvPicPr>
        <p:blipFill>
          <a:blip r:embed="rId2"/>
          <a:stretch>
            <a:fillRect/>
          </a:stretch>
        </p:blipFill>
        <p:spPr>
          <a:xfrm>
            <a:off x="449999" y="2084102"/>
            <a:ext cx="5430101" cy="3841796"/>
          </a:xfrm>
          <a:prstGeom prst="rect">
            <a:avLst/>
          </a:prstGeom>
        </p:spPr>
      </p:pic>
      <p:graphicFrame>
        <p:nvGraphicFramePr>
          <p:cNvPr id="5" name="Content Placeholder 2">
            <a:extLst>
              <a:ext uri="{FF2B5EF4-FFF2-40B4-BE49-F238E27FC236}">
                <a16:creationId xmlns:a16="http://schemas.microsoft.com/office/drawing/2014/main" id="{5C31C16E-693F-3A41-5A28-A704B8ABD0D0}"/>
              </a:ext>
            </a:extLst>
          </p:cNvPr>
          <p:cNvGraphicFramePr>
            <a:graphicFrameLocks noGrp="1"/>
          </p:cNvGraphicFramePr>
          <p:nvPr>
            <p:ph idx="1"/>
            <p:extLst>
              <p:ext uri="{D42A27DB-BD31-4B8C-83A1-F6EECF244321}">
                <p14:modId xmlns:p14="http://schemas.microsoft.com/office/powerpoint/2010/main" val="3006003339"/>
              </p:ext>
            </p:extLst>
          </p:nvPr>
        </p:nvGraphicFramePr>
        <p:xfrm>
          <a:off x="6311900" y="1944000"/>
          <a:ext cx="5434900" cy="400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2058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87A0A1E-1504-4B05-9042-77FA53EBF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1DFFD-CFBD-4772-F59A-B4AD27826294}"/>
              </a:ext>
            </a:extLst>
          </p:cNvPr>
          <p:cNvSpPr>
            <a:spLocks noGrp="1"/>
          </p:cNvSpPr>
          <p:nvPr>
            <p:ph type="title"/>
          </p:nvPr>
        </p:nvSpPr>
        <p:spPr>
          <a:xfrm>
            <a:off x="448056" y="388800"/>
            <a:ext cx="7380000" cy="860400"/>
          </a:xfrm>
        </p:spPr>
        <p:txBody>
          <a:bodyPr anchor="b">
            <a:normAutofit/>
          </a:bodyPr>
          <a:lstStyle/>
          <a:p>
            <a:r>
              <a:rPr lang="en-US" dirty="0"/>
              <a:t>Location Tracking Can Happen</a:t>
            </a:r>
          </a:p>
        </p:txBody>
      </p:sp>
      <p:cxnSp>
        <p:nvCxnSpPr>
          <p:cNvPr id="14" name="Straight Connector 13">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73836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DC78025-4945-5314-10A5-805D2D4A35A3}"/>
              </a:ext>
            </a:extLst>
          </p:cNvPr>
          <p:cNvSpPr>
            <a:spLocks noGrp="1"/>
          </p:cNvSpPr>
          <p:nvPr>
            <p:ph idx="1"/>
          </p:nvPr>
        </p:nvSpPr>
        <p:spPr>
          <a:xfrm>
            <a:off x="448056" y="1944000"/>
            <a:ext cx="7380000" cy="4006800"/>
          </a:xfrm>
        </p:spPr>
        <p:txBody>
          <a:bodyPr>
            <a:normAutofit/>
          </a:bodyPr>
          <a:lstStyle/>
          <a:p>
            <a:r>
              <a:rPr lang="en-US" dirty="0"/>
              <a:t>When someone has gained access to your device, it is possible for them to have access to your location. </a:t>
            </a:r>
          </a:p>
          <a:p>
            <a:r>
              <a:rPr lang="en-US" dirty="0"/>
              <a:t>As anyone could imagine, this is very important. This can lead to not only harmful threats, but life threatening harm. </a:t>
            </a:r>
          </a:p>
          <a:p>
            <a:r>
              <a:rPr lang="en-US" dirty="0"/>
              <a:t>Cell Phones work with GPS, this can give any user access to the devices location at any spot.</a:t>
            </a:r>
          </a:p>
          <a:p>
            <a:r>
              <a:rPr lang="en-US" dirty="0"/>
              <a:t>Tracking location can happen through </a:t>
            </a:r>
            <a:r>
              <a:rPr lang="en-US" dirty="0" err="1"/>
              <a:t>wifi</a:t>
            </a:r>
            <a:r>
              <a:rPr lang="en-US" dirty="0"/>
              <a:t> and Bluetooth connections as well. This is the most common type of tracking (</a:t>
            </a:r>
            <a:r>
              <a:rPr lang="en-US" sz="1800" dirty="0" err="1"/>
              <a:t>Bitsikas</a:t>
            </a:r>
            <a:r>
              <a:rPr lang="en-US" sz="1800"/>
              <a:t>, 2024)</a:t>
            </a:r>
            <a:r>
              <a:rPr lang="en-US"/>
              <a:t>. </a:t>
            </a:r>
            <a:endParaRPr lang="en-US" dirty="0"/>
          </a:p>
        </p:txBody>
      </p:sp>
      <p:pic>
        <p:nvPicPr>
          <p:cNvPr id="4" name="Picture 3">
            <a:extLst>
              <a:ext uri="{FF2B5EF4-FFF2-40B4-BE49-F238E27FC236}">
                <a16:creationId xmlns:a16="http://schemas.microsoft.com/office/drawing/2014/main" id="{21329DA0-8A55-A37C-1062-E8C72B91CD7A}"/>
              </a:ext>
            </a:extLst>
          </p:cNvPr>
          <p:cNvPicPr>
            <a:picLocks noChangeAspect="1"/>
          </p:cNvPicPr>
          <p:nvPr/>
        </p:nvPicPr>
        <p:blipFill rotWithShape="1">
          <a:blip r:embed="rId2"/>
          <a:srcRect l="14516" r="41970"/>
          <a:stretch/>
        </p:blipFill>
        <p:spPr>
          <a:xfrm>
            <a:off x="8256588" y="450000"/>
            <a:ext cx="3492000" cy="5508000"/>
          </a:xfrm>
          <a:prstGeom prst="rect">
            <a:avLst/>
          </a:prstGeom>
        </p:spPr>
      </p:pic>
    </p:spTree>
    <p:extLst>
      <p:ext uri="{BB962C8B-B14F-4D97-AF65-F5344CB8AC3E}">
        <p14:creationId xmlns:p14="http://schemas.microsoft.com/office/powerpoint/2010/main" val="338502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0223D-793F-5423-DD12-C6288002AF5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AD0C97D-70F3-6FA9-72EA-6172089C949C}"/>
              </a:ext>
            </a:extLst>
          </p:cNvPr>
          <p:cNvSpPr>
            <a:spLocks noGrp="1"/>
          </p:cNvSpPr>
          <p:nvPr>
            <p:ph idx="1"/>
          </p:nvPr>
        </p:nvSpPr>
        <p:spPr>
          <a:xfrm>
            <a:off x="448056" y="2358638"/>
            <a:ext cx="11293200" cy="4401085"/>
          </a:xfrm>
        </p:spPr>
        <p:txBody>
          <a:bodyPr>
            <a:normAutofit fontScale="25000" lnSpcReduction="20000"/>
          </a:bodyPr>
          <a:lstStyle/>
          <a:p>
            <a:r>
              <a:rPr lang="en-US" sz="5500" dirty="0"/>
              <a:t>Webster Dictionary. 2024. </a:t>
            </a:r>
            <a:r>
              <a:rPr lang="en-US" sz="5500" dirty="0">
                <a:hlinkClick r:id="rId2"/>
              </a:rPr>
              <a:t>https://www.merriam-webster.com/dictionary/compromised</a:t>
            </a:r>
            <a:endParaRPr lang="en-US" sz="5500" dirty="0"/>
          </a:p>
          <a:p>
            <a:r>
              <a:rPr lang="en-US" sz="5500" dirty="0" err="1"/>
              <a:t>Fruhlinger</a:t>
            </a:r>
            <a:r>
              <a:rPr lang="en-US" sz="5500" dirty="0"/>
              <a:t>, Josh. 2021. “How to hack a phone: 7 common attack methods explained”. </a:t>
            </a:r>
            <a:r>
              <a:rPr lang="en-US" sz="5500" dirty="0">
                <a:hlinkClick r:id="rId3"/>
              </a:rPr>
              <a:t>https://www.csoonline.com/article/509643/how-to-hack-a-phone.html</a:t>
            </a:r>
            <a:endParaRPr lang="en-US" sz="5500" dirty="0"/>
          </a:p>
          <a:p>
            <a:r>
              <a:rPr lang="en-US" sz="5500" dirty="0" err="1"/>
              <a:t>Shivanandhan</a:t>
            </a:r>
            <a:r>
              <a:rPr lang="en-US" sz="5500" dirty="0"/>
              <a:t>, Manish. 2023. “Digital Intruders – Top Ways Hackers Can Breach Your Smartphone’s Security”. </a:t>
            </a:r>
            <a:r>
              <a:rPr lang="en-US" sz="5500" dirty="0">
                <a:hlinkClick r:id="rId4"/>
              </a:rPr>
              <a:t>https://www.freecodecamp.org/news/how-hackers-can-breach-your-smartphones-security/</a:t>
            </a:r>
            <a:endParaRPr lang="en-US" sz="5500" dirty="0"/>
          </a:p>
          <a:p>
            <a:pPr algn="l" fontAlgn="base"/>
            <a:r>
              <a:rPr lang="en-US" sz="5500" dirty="0"/>
              <a:t>Kaspersky. 2024. “How to remove a hacker from your smartphone”. </a:t>
            </a:r>
            <a:r>
              <a:rPr lang="en-US" sz="5500" dirty="0">
                <a:hlinkClick r:id="rId5"/>
              </a:rPr>
              <a:t>https://usa.kaspersky.com/resource-center/threats/how-to-stop-phone-hacking</a:t>
            </a:r>
            <a:endParaRPr lang="en-US" sz="5500" dirty="0"/>
          </a:p>
          <a:p>
            <a:pPr fontAlgn="base"/>
            <a:r>
              <a:rPr lang="en-US" sz="5500" dirty="0"/>
              <a:t>Asurion. 2024. “Phone hacked? Here's what to do: step-by-step guide”. </a:t>
            </a:r>
            <a:r>
              <a:rPr lang="en-US" sz="5500" dirty="0">
                <a:hlinkClick r:id="rId6"/>
              </a:rPr>
              <a:t>https://www.asurion.com/connect/tech-tips/what-to-do-if-your-phone-has-been-hacked/</a:t>
            </a:r>
            <a:endParaRPr lang="en-US" sz="5500" dirty="0"/>
          </a:p>
          <a:p>
            <a:pPr fontAlgn="base"/>
            <a:r>
              <a:rPr lang="en-US" sz="5500" dirty="0" err="1"/>
              <a:t>Extrahop</a:t>
            </a:r>
            <a:r>
              <a:rPr lang="en-US" sz="5500" dirty="0"/>
              <a:t>. 2024. “REMOTE SERVICES EXPLOITATION - DEFINITION, EXAMPLES, &amp; PREVENTION”. </a:t>
            </a:r>
            <a:r>
              <a:rPr lang="en-US" sz="5500" dirty="0">
                <a:hlinkClick r:id="rId7"/>
              </a:rPr>
              <a:t>https://hop.extrahop.com/resources/attacks/remote-services-exploitation/#:~:text=Remote%20services%20exploitation%20is%20a,error)%20or%20a%20valid%20account</a:t>
            </a:r>
            <a:r>
              <a:rPr lang="en-US" sz="5500" dirty="0"/>
              <a:t>.</a:t>
            </a:r>
          </a:p>
          <a:p>
            <a:pPr fontAlgn="base"/>
            <a:r>
              <a:rPr lang="en-US" sz="5600" dirty="0" err="1"/>
              <a:t>Bitsikas</a:t>
            </a:r>
            <a:r>
              <a:rPr lang="en-US" sz="5600" dirty="0"/>
              <a:t>, </a:t>
            </a:r>
            <a:r>
              <a:rPr lang="en-US" sz="5600" dirty="0" err="1"/>
              <a:t>Evangelos</a:t>
            </a:r>
            <a:r>
              <a:rPr lang="en-US" sz="5600" dirty="0"/>
              <a:t> . 2024. “New smartphone vulnerability discovered by Northeastern Ph.D. student reveals hackers could track your location”. </a:t>
            </a:r>
            <a:r>
              <a:rPr lang="en-US" sz="5600" dirty="0">
                <a:hlinkClick r:id="rId8"/>
              </a:rPr>
              <a:t>https://news.northeastern.edu/2023/07/27/phone-location-tracking-research/</a:t>
            </a:r>
            <a:endParaRPr lang="en-US" sz="5600" dirty="0"/>
          </a:p>
          <a:p>
            <a:pPr fontAlgn="base"/>
            <a:endParaRPr lang="en-US" sz="5600" b="0" i="0" u="none" strike="noStrike" dirty="0">
              <a:solidFill>
                <a:srgbClr val="222222"/>
              </a:solidFill>
              <a:effectLst/>
              <a:latin typeface="var(--wp--preset--font-family--impact)"/>
            </a:endParaRPr>
          </a:p>
          <a:p>
            <a:pPr fontAlgn="base"/>
            <a:endParaRPr lang="en-US" sz="5600" dirty="0"/>
          </a:p>
          <a:p>
            <a:pPr marL="1944" indent="0" fontAlgn="base">
              <a:buNone/>
            </a:pPr>
            <a:endParaRPr lang="en-US" dirty="0"/>
          </a:p>
          <a:p>
            <a:pPr fontAlgn="base"/>
            <a:endParaRPr lang="en-US" dirty="0"/>
          </a:p>
          <a:p>
            <a:pPr marL="1944" indent="0" fontAlgn="base">
              <a:buNone/>
            </a:pPr>
            <a:br>
              <a:rPr lang="en-US" dirty="0">
                <a:effectLst/>
              </a:rPr>
            </a:br>
            <a:endParaRPr lang="en-US" dirty="0">
              <a:effectLst/>
            </a:endParaRPr>
          </a:p>
          <a:p>
            <a:endParaRPr lang="en-US" dirty="0"/>
          </a:p>
          <a:p>
            <a:endParaRPr lang="en-US" dirty="0"/>
          </a:p>
          <a:p>
            <a:endParaRPr lang="en-US" dirty="0"/>
          </a:p>
        </p:txBody>
      </p:sp>
    </p:spTree>
    <p:extLst>
      <p:ext uri="{BB962C8B-B14F-4D97-AF65-F5344CB8AC3E}">
        <p14:creationId xmlns:p14="http://schemas.microsoft.com/office/powerpoint/2010/main" val="2593255977"/>
      </p:ext>
    </p:extLst>
  </p:cSld>
  <p:clrMapOvr>
    <a:masterClrMapping/>
  </p:clrMapOvr>
</p:sld>
</file>

<file path=ppt/theme/theme1.xml><?xml version="1.0" encoding="utf-8"?>
<a:theme xmlns:a="http://schemas.openxmlformats.org/drawingml/2006/main" name="ThinLineVTI">
  <a:themeElements>
    <a:clrScheme name="AnalogousFromDarkSeedLeftStep">
      <a:dk1>
        <a:srgbClr val="000000"/>
      </a:dk1>
      <a:lt1>
        <a:srgbClr val="FFFFFF"/>
      </a:lt1>
      <a:dk2>
        <a:srgbClr val="1B302B"/>
      </a:dk2>
      <a:lt2>
        <a:srgbClr val="F3F3F0"/>
      </a:lt2>
      <a:accent1>
        <a:srgbClr val="4843D6"/>
      </a:accent1>
      <a:accent2>
        <a:srgbClr val="2A64C2"/>
      </a:accent2>
      <a:accent3>
        <a:srgbClr val="3CB5D4"/>
      </a:accent3>
      <a:accent4>
        <a:srgbClr val="2AC2A2"/>
      </a:accent4>
      <a:accent5>
        <a:srgbClr val="37C56B"/>
      </a:accent5>
      <a:accent6>
        <a:srgbClr val="31C22A"/>
      </a:accent6>
      <a:hlink>
        <a:srgbClr val="349E6D"/>
      </a:hlink>
      <a:folHlink>
        <a:srgbClr val="7F7F7F"/>
      </a:folHlink>
    </a:clrScheme>
    <a:fontScheme name="Custom 3">
      <a:majorFont>
        <a:latin typeface="Source Sans Pro Light"/>
        <a:ea typeface=""/>
        <a:cs typeface=""/>
      </a:majorFont>
      <a:minorFont>
        <a:latin typeface="Source Sans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inLineVTI" id="{DA2A884B-D36C-4F63-9FE8-3C89F2B99A40}" vid="{62C1F77B-42AE-47B9-869B-5CE48C8ED844}"/>
    </a:ext>
  </a:extLst>
</a:theme>
</file>

<file path=docProps/app.xml><?xml version="1.0" encoding="utf-8"?>
<Properties xmlns="http://schemas.openxmlformats.org/officeDocument/2006/extended-properties" xmlns:vt="http://schemas.openxmlformats.org/officeDocument/2006/docPropsVTypes">
  <TotalTime>195</TotalTime>
  <Words>1306</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 Light</vt:lpstr>
      <vt:lpstr>Source Sans Pro</vt:lpstr>
      <vt:lpstr>Source Sans Pro Light</vt:lpstr>
      <vt:lpstr>var(--wp--preset--font-family--impact)</vt:lpstr>
      <vt:lpstr>ThinLineVTI</vt:lpstr>
      <vt:lpstr>How to Compromise a Cell Phone?</vt:lpstr>
      <vt:lpstr>What Does It Mean To Compromise?</vt:lpstr>
      <vt:lpstr>Different Methods to Compromising</vt:lpstr>
      <vt:lpstr>What are the More Dangerous Methods? </vt:lpstr>
      <vt:lpstr>What are Some Common Vulnerabilities? </vt:lpstr>
      <vt:lpstr>What to Avoid? </vt:lpstr>
      <vt:lpstr>What Happens If Your Cell Phone is Compromised?</vt:lpstr>
      <vt:lpstr>What to do When Your Phone Has Been Compromised?</vt:lpstr>
      <vt:lpstr>Does Social Media Play a Role?</vt:lpstr>
      <vt:lpstr>What is Remote Exploitation?</vt:lpstr>
      <vt:lpstr>Location Tracking Can Happen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Jacob Nagle</dc:creator>
  <cp:lastModifiedBy>Jacob B. Nagle</cp:lastModifiedBy>
  <cp:revision>2</cp:revision>
  <dcterms:created xsi:type="dcterms:W3CDTF">2024-04-18T00:13:40Z</dcterms:created>
  <dcterms:modified xsi:type="dcterms:W3CDTF">2026-04-15T01:02:15Z</dcterms:modified>
</cp:coreProperties>
</file>