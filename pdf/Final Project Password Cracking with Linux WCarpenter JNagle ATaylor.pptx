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8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3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1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8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5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6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05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7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5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9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8F827-7215-6C91-80F0-0D66095F5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Password Cracking with Linux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EB1DC-3132-8DB8-49B0-E507A7B10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sz="2000" dirty="0"/>
              <a:t>CSCI 352 Semester Project</a:t>
            </a:r>
          </a:p>
          <a:p>
            <a:r>
              <a:rPr lang="en-US" sz="2000" dirty="0"/>
              <a:t>Whitney Carpenter | Jacob Nagle | Andrew Taylor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6EED915-CB88-FD1F-FFFA-B85592AA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3" b="18137"/>
          <a:stretch/>
        </p:blipFill>
        <p:spPr>
          <a:xfrm>
            <a:off x="4119154" y="965741"/>
            <a:ext cx="7551931" cy="424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0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7987F-F755-6F25-4443-3FDB3332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/>
              <a:t>What is “Password Cracking”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roken padlock with a keyhole&#10;&#10;AI-generated content may be incorrect.">
            <a:extLst>
              <a:ext uri="{FF2B5EF4-FFF2-40B4-BE49-F238E27FC236}">
                <a16:creationId xmlns:a16="http://schemas.microsoft.com/office/drawing/2014/main" id="{6162FB79-1C3C-ACEA-A281-B865C320B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" r="12257"/>
          <a:stretch/>
        </p:blipFill>
        <p:spPr>
          <a:xfrm>
            <a:off x="517871" y="2996689"/>
            <a:ext cx="5112393" cy="3187198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5773161-9620-30DB-45B6-523FB666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sz="2000" dirty="0"/>
              <a:t>The act of recovering or guessing a password used to protect a computer, user account, or sensitive data</a:t>
            </a:r>
          </a:p>
          <a:p>
            <a:r>
              <a:rPr lang="en-US" sz="2000" dirty="0"/>
              <a:t>It can be performed ethically, such as during penetration testing or legitimate attempts to recover access to a device</a:t>
            </a:r>
          </a:p>
          <a:p>
            <a:r>
              <a:rPr lang="en-US" sz="2000" dirty="0"/>
              <a:t>It can also be used unethically to gain unauthorized access to systems, often as part of a cyberattack</a:t>
            </a:r>
          </a:p>
        </p:txBody>
      </p:sp>
    </p:spTree>
    <p:extLst>
      <p:ext uri="{BB962C8B-B14F-4D97-AF65-F5344CB8AC3E}">
        <p14:creationId xmlns:p14="http://schemas.microsoft.com/office/powerpoint/2010/main" val="170594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A4789-9EB3-E23D-5463-05C73D51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Most Common ways of Password attacks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D633-9753-AD9A-26B7-38C8149C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42032"/>
            <a:ext cx="4754880" cy="38039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Dictionary Attack - Uses a list of commonly used passwords to try and gain access to a system. It relies on the assumption that users often choose weak or predictable passwords.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Brute-force Attack - Tries every possible combination of characters until the correct password is found.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Credential Stuffing -  An attack where stolen username and password pairs from one breach are used to try and log into other accounts, exploiting password reuse.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Password Spraying - Instead of trying many passwords on one account, this method tries one commonly used password across many accounts. It's designed to avoid triggering account lockouts due to repeated failed attempts.</a:t>
            </a:r>
          </a:p>
        </p:txBody>
      </p:sp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69115B59-25B5-24EC-9ACF-9D4221C71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" r="8093" b="-2"/>
          <a:stretch/>
        </p:blipFill>
        <p:spPr>
          <a:xfrm>
            <a:off x="6221691" y="778101"/>
            <a:ext cx="5446052" cy="557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9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4FAEF-96C0-08D8-8E83-99C56698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How are passwords stored on a computer?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Lock">
            <a:extLst>
              <a:ext uri="{FF2B5EF4-FFF2-40B4-BE49-F238E27FC236}">
                <a16:creationId xmlns:a16="http://schemas.microsoft.com/office/drawing/2014/main" id="{A34CCBA6-8A49-D5BA-FB79-A1FC5460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7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407E-8FC1-A17F-B257-E6A80295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DE975-0A0C-9C14-B9F5-3570549E9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When a password is created, Windows generates a hash of the password using the NT LAN Manager hash algorithm</a:t>
            </a:r>
          </a:p>
          <a:p>
            <a:r>
              <a:rPr lang="en-US" sz="2800" dirty="0"/>
              <a:t>The generated hash is then encrypted using a key from the system boot key (</a:t>
            </a:r>
            <a:r>
              <a:rPr lang="en-US" sz="2800" dirty="0" err="1"/>
              <a:t>syskey</a:t>
            </a:r>
            <a:r>
              <a:rPr lang="en-US" sz="2800" dirty="0"/>
              <a:t>)</a:t>
            </a:r>
          </a:p>
          <a:p>
            <a:r>
              <a:rPr lang="en-US" sz="2800" dirty="0"/>
              <a:t>The encrypted hash is stored within the Security Accounts Manager (SAM) file </a:t>
            </a:r>
          </a:p>
        </p:txBody>
      </p:sp>
    </p:spTree>
    <p:extLst>
      <p:ext uri="{BB962C8B-B14F-4D97-AF65-F5344CB8AC3E}">
        <p14:creationId xmlns:p14="http://schemas.microsoft.com/office/powerpoint/2010/main" val="14248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2DC0-40BD-F80D-581B-AB55DCC2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3C19F-D25A-0FF5-2141-8F422B1EA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password is created, Linux hashes it using your distributions configured hashing algorithm (SHA-512, </a:t>
            </a:r>
            <a:r>
              <a:rPr lang="en-US" dirty="0" err="1"/>
              <a:t>bcrypt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The password has a random salt added to it before it is hashed so that identical passwords can produce unique hashes</a:t>
            </a:r>
          </a:p>
          <a:p>
            <a:r>
              <a:rPr lang="en-US" dirty="0"/>
              <a:t>The generated salted hash is stored in the /</a:t>
            </a:r>
            <a:r>
              <a:rPr lang="en-US" dirty="0" err="1"/>
              <a:t>etc</a:t>
            </a:r>
            <a:r>
              <a:rPr lang="en-US" dirty="0"/>
              <a:t>/shadow file which is only accessible by the root user (admin)</a:t>
            </a:r>
          </a:p>
        </p:txBody>
      </p:sp>
    </p:spTree>
    <p:extLst>
      <p:ext uri="{BB962C8B-B14F-4D97-AF65-F5344CB8AC3E}">
        <p14:creationId xmlns:p14="http://schemas.microsoft.com/office/powerpoint/2010/main" val="163227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A0CD-F869-3D0D-793B-88BC4A06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hash?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1F1E4-0B34-6E03-0054-C31391541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context of security and computer storage, a hash algorithm takes data like a password and generates a fixed-length string of numbers called a hash value.</a:t>
            </a:r>
          </a:p>
          <a:p>
            <a:r>
              <a:rPr lang="en-US" dirty="0"/>
              <a:t>The same input (passwords) will produce the same hash-values which is why additional security like salting and encryption is necessary.</a:t>
            </a:r>
          </a:p>
          <a:p>
            <a:r>
              <a:rPr lang="en-US" dirty="0"/>
              <a:t>Salting is a process where a random string of characters called the salt, are added to the input before hashing.</a:t>
            </a:r>
          </a:p>
          <a:p>
            <a:r>
              <a:rPr lang="en-US" dirty="0"/>
              <a:t>Common hashing algorithms – NT Hash, Kerberos, SHA-512, </a:t>
            </a:r>
            <a:r>
              <a:rPr lang="en-US" dirty="0" err="1"/>
              <a:t>bcrypt</a:t>
            </a:r>
            <a:r>
              <a:rPr lang="en-US" dirty="0"/>
              <a:t>, </a:t>
            </a:r>
            <a:r>
              <a:rPr lang="en-US" dirty="0" err="1"/>
              <a:t>yescrypt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54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4535-8D99-D3B5-FD08-4BDBC83E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you will be using in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47825-B75A-2B0D-7A8D-4FF20CBD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Kali</a:t>
            </a:r>
          </a:p>
          <a:p>
            <a:r>
              <a:rPr lang="en-US" sz="3200" dirty="0"/>
              <a:t>DVL</a:t>
            </a:r>
          </a:p>
          <a:p>
            <a:r>
              <a:rPr lang="en-US" sz="3200" dirty="0"/>
              <a:t>John the Ripper</a:t>
            </a:r>
          </a:p>
          <a:p>
            <a:r>
              <a:rPr lang="en-US" sz="3200" dirty="0" err="1"/>
              <a:t>Hashcat</a:t>
            </a:r>
            <a:endParaRPr lang="en-US" sz="3200" dirty="0"/>
          </a:p>
          <a:p>
            <a:r>
              <a:rPr lang="en-US" sz="3200" dirty="0"/>
              <a:t>Johnny</a:t>
            </a:r>
          </a:p>
        </p:txBody>
      </p:sp>
    </p:spTree>
    <p:extLst>
      <p:ext uri="{BB962C8B-B14F-4D97-AF65-F5344CB8AC3E}">
        <p14:creationId xmlns:p14="http://schemas.microsoft.com/office/powerpoint/2010/main" val="147560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1E175-631F-699F-E76C-4B677A7F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Kali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85ABE-F0E2-07C1-7FF8-8FE809AF9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/>
              <a:t>An open-source distribution of Linux geared towards Information Security</a:t>
            </a:r>
          </a:p>
          <a:p>
            <a:r>
              <a:rPr lang="en-US"/>
              <a:t>Focus on effective penetration testing.</a:t>
            </a:r>
          </a:p>
          <a:p>
            <a:r>
              <a:rPr lang="en-US"/>
              <a:t>Useful for practicing offensive and defensive tactics such as; vulnerability testing, computer forensics, and red team testing</a:t>
            </a:r>
          </a:p>
          <a:p>
            <a:endParaRPr lang="en-US" dirty="0"/>
          </a:p>
        </p:txBody>
      </p:sp>
      <p:pic>
        <p:nvPicPr>
          <p:cNvPr id="5" name="Picture 4" descr="A logo on a blue and purple background&#10;&#10;AI-generated content may be incorrect.">
            <a:extLst>
              <a:ext uri="{FF2B5EF4-FFF2-40B4-BE49-F238E27FC236}">
                <a16:creationId xmlns:a16="http://schemas.microsoft.com/office/drawing/2014/main" id="{D391C5AF-3920-5136-EC51-F456550B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4" r="19107" b="1"/>
          <a:stretch/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81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8E891-19DB-FBD7-7864-1F56C48E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DVL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8CED8-3693-72A6-E355-617C1F91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Also known as “Damn Vulnerable Linux”</a:t>
            </a:r>
          </a:p>
          <a:p>
            <a:r>
              <a:rPr lang="en-US" dirty="0"/>
              <a:t>Linux distribution geared towards helping students practice cyber security principles</a:t>
            </a:r>
          </a:p>
          <a:p>
            <a:r>
              <a:rPr lang="en-US" dirty="0"/>
              <a:t>Like the name suggests, it is designed deliberately to be vulnerable to attack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DA9A7F-EAC3-7D14-CE47-02D4AE3D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2112845"/>
            <a:ext cx="4660392" cy="28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4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9AE7A-D39E-6B4B-1075-860FE583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John The Ripper, </a:t>
            </a:r>
            <a:r>
              <a:rPr lang="en-US" dirty="0" err="1"/>
              <a:t>Hashcat</a:t>
            </a:r>
            <a:r>
              <a:rPr lang="en-US" dirty="0"/>
              <a:t> &amp; Johnny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ilhouette of a person wearing a top hat&#10;&#10;AI-generated content may be incorrect.">
            <a:extLst>
              <a:ext uri="{FF2B5EF4-FFF2-40B4-BE49-F238E27FC236}">
                <a16:creationId xmlns:a16="http://schemas.microsoft.com/office/drawing/2014/main" id="{0186BC48-9899-A43F-A3DF-CB0650582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EDF21-3A13-A3A7-A601-1A60555C8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John The Ripper &amp; </a:t>
            </a:r>
            <a:r>
              <a:rPr lang="en-US" dirty="0" err="1"/>
              <a:t>Hashcat</a:t>
            </a:r>
            <a:r>
              <a:rPr lang="en-US" dirty="0"/>
              <a:t>– Password recovery command-line tools used for cracking password hashes</a:t>
            </a:r>
          </a:p>
          <a:p>
            <a:pPr lvl="1"/>
            <a:r>
              <a:rPr lang="en-US" dirty="0"/>
              <a:t>Uses a variety of attacks to obtain the password: dictionary attacks, brute-force, etc.</a:t>
            </a:r>
          </a:p>
          <a:p>
            <a:pPr lvl="1"/>
            <a:r>
              <a:rPr lang="en-US" dirty="0"/>
              <a:t>Can crack hashes produced by many different algorithms including SHA-512, </a:t>
            </a:r>
            <a:r>
              <a:rPr lang="en-US" dirty="0" err="1"/>
              <a:t>bcrypt</a:t>
            </a:r>
            <a:r>
              <a:rPr lang="en-US" dirty="0"/>
              <a:t>, etc.</a:t>
            </a:r>
          </a:p>
          <a:p>
            <a:r>
              <a:rPr lang="en-US" dirty="0"/>
              <a:t>Johnny -  A GUI for John The Ripper</a:t>
            </a:r>
          </a:p>
          <a:p>
            <a:pPr lvl="1"/>
            <a:r>
              <a:rPr lang="en-US" dirty="0"/>
              <a:t>Lets you easily load hash files, adjust cracking settings, and view cracked passwords without having to use the command line.</a:t>
            </a:r>
          </a:p>
        </p:txBody>
      </p:sp>
    </p:spTree>
    <p:extLst>
      <p:ext uri="{BB962C8B-B14F-4D97-AF65-F5344CB8AC3E}">
        <p14:creationId xmlns:p14="http://schemas.microsoft.com/office/powerpoint/2010/main" val="39129213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10645</TotalTime>
  <Words>590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Bierstadt</vt:lpstr>
      <vt:lpstr>GestaltVTI</vt:lpstr>
      <vt:lpstr>Password Cracking with Linux</vt:lpstr>
      <vt:lpstr>What is “Password Cracking”</vt:lpstr>
      <vt:lpstr>Most Common ways of Password attacks</vt:lpstr>
      <vt:lpstr>How are passwords stored on a computer?</vt:lpstr>
      <vt:lpstr>Windows</vt:lpstr>
      <vt:lpstr>Linux</vt:lpstr>
      <vt:lpstr>What is a hash?</vt:lpstr>
      <vt:lpstr>Tools you will be using in the lab</vt:lpstr>
      <vt:lpstr>Kali</vt:lpstr>
      <vt:lpstr>DVL</vt:lpstr>
      <vt:lpstr>John The Ripper, Hashcat &amp; Johnny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Taylor, Andrew</dc:creator>
  <cp:lastModifiedBy>Jacob Nagle</cp:lastModifiedBy>
  <cp:revision>5</cp:revision>
  <dcterms:created xsi:type="dcterms:W3CDTF">2025-03-21T19:13:18Z</dcterms:created>
  <dcterms:modified xsi:type="dcterms:W3CDTF">2026-04-15T01:17:30Z</dcterms:modified>
</cp:coreProperties>
</file>